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2803763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BD9"/>
    <a:srgbClr val="183131"/>
    <a:srgbClr val="D8B8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>
        <p:scale>
          <a:sx n="25" d="100"/>
          <a:sy n="25" d="100"/>
        </p:scale>
        <p:origin x="365" y="-15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0282" y="4954765"/>
            <a:ext cx="36383199" cy="10540259"/>
          </a:xfrm>
        </p:spPr>
        <p:txBody>
          <a:bodyPr anchor="b"/>
          <a:lstStyle>
            <a:lvl1pPr algn="ctr">
              <a:defRPr sz="2648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50471" y="15901497"/>
            <a:ext cx="32102822" cy="7309499"/>
          </a:xfrm>
        </p:spPr>
        <p:txBody>
          <a:bodyPr/>
          <a:lstStyle>
            <a:lvl1pPr marL="0" indent="0" algn="ctr">
              <a:buNone/>
              <a:defRPr sz="10595"/>
            </a:lvl1pPr>
            <a:lvl2pPr marL="2018355" indent="0" algn="ctr">
              <a:buNone/>
              <a:defRPr sz="8829"/>
            </a:lvl2pPr>
            <a:lvl3pPr marL="4036710" indent="0" algn="ctr">
              <a:buNone/>
              <a:defRPr sz="7946"/>
            </a:lvl3pPr>
            <a:lvl4pPr marL="6055065" indent="0" algn="ctr">
              <a:buNone/>
              <a:defRPr sz="7063"/>
            </a:lvl4pPr>
            <a:lvl5pPr marL="8073420" indent="0" algn="ctr">
              <a:buNone/>
              <a:defRPr sz="7063"/>
            </a:lvl5pPr>
            <a:lvl6pPr marL="10091776" indent="0" algn="ctr">
              <a:buNone/>
              <a:defRPr sz="7063"/>
            </a:lvl6pPr>
            <a:lvl7pPr marL="12110131" indent="0" algn="ctr">
              <a:buNone/>
              <a:defRPr sz="7063"/>
            </a:lvl7pPr>
            <a:lvl8pPr marL="14128486" indent="0" algn="ctr">
              <a:buNone/>
              <a:defRPr sz="7063"/>
            </a:lvl8pPr>
            <a:lvl9pPr marL="16146841" indent="0" algn="ctr">
              <a:buNone/>
              <a:defRPr sz="706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5DA8-2842-4FC0-8272-16BCB16B9E87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E759-0B65-4BC6-8054-5BD220C25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152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5DA8-2842-4FC0-8272-16BCB16B9E87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E759-0B65-4BC6-8054-5BD220C25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97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0467" y="7547788"/>
            <a:ext cx="36918246" cy="12593645"/>
          </a:xfrm>
        </p:spPr>
        <p:txBody>
          <a:bodyPr anchor="b"/>
          <a:lstStyle>
            <a:lvl1pPr>
              <a:defRPr sz="2648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0467" y="20260574"/>
            <a:ext cx="36918246" cy="6622701"/>
          </a:xfrm>
        </p:spPr>
        <p:txBody>
          <a:bodyPr/>
          <a:lstStyle>
            <a:lvl1pPr marL="0" indent="0">
              <a:buNone/>
              <a:defRPr sz="10595">
                <a:solidFill>
                  <a:schemeClr val="tx1">
                    <a:tint val="82000"/>
                  </a:schemeClr>
                </a:solidFill>
              </a:defRPr>
            </a:lvl1pPr>
            <a:lvl2pPr marL="2018355" indent="0">
              <a:buNone/>
              <a:defRPr sz="8829">
                <a:solidFill>
                  <a:schemeClr val="tx1">
                    <a:tint val="82000"/>
                  </a:schemeClr>
                </a:solidFill>
              </a:defRPr>
            </a:lvl2pPr>
            <a:lvl3pPr marL="403671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3pPr>
            <a:lvl4pPr marL="6055065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4pPr>
            <a:lvl5pPr marL="8073420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5pPr>
            <a:lvl6pPr marL="10091776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6pPr>
            <a:lvl7pPr marL="12110131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7pPr>
            <a:lvl8pPr marL="14128486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8pPr>
            <a:lvl9pPr marL="16146841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5DA8-2842-4FC0-8272-16BCB16B9E87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E759-0B65-4BC6-8054-5BD220C25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0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42759" y="8059374"/>
            <a:ext cx="18191599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69405" y="8059374"/>
            <a:ext cx="18191599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5DA8-2842-4FC0-8272-16BCB16B9E87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E759-0B65-4BC6-8054-5BD220C25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370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1611882"/>
            <a:ext cx="36918246" cy="58518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8339" y="7421634"/>
            <a:ext cx="18107995" cy="3637228"/>
          </a:xfrm>
        </p:spPr>
        <p:txBody>
          <a:bodyPr anchor="b"/>
          <a:lstStyle>
            <a:lvl1pPr marL="0" indent="0">
              <a:buNone/>
              <a:defRPr sz="10595" b="1"/>
            </a:lvl1pPr>
            <a:lvl2pPr marL="2018355" indent="0">
              <a:buNone/>
              <a:defRPr sz="8829" b="1"/>
            </a:lvl2pPr>
            <a:lvl3pPr marL="4036710" indent="0">
              <a:buNone/>
              <a:defRPr sz="7946" b="1"/>
            </a:lvl3pPr>
            <a:lvl4pPr marL="6055065" indent="0">
              <a:buNone/>
              <a:defRPr sz="7063" b="1"/>
            </a:lvl4pPr>
            <a:lvl5pPr marL="8073420" indent="0">
              <a:buNone/>
              <a:defRPr sz="7063" b="1"/>
            </a:lvl5pPr>
            <a:lvl6pPr marL="10091776" indent="0">
              <a:buNone/>
              <a:defRPr sz="7063" b="1"/>
            </a:lvl6pPr>
            <a:lvl7pPr marL="12110131" indent="0">
              <a:buNone/>
              <a:defRPr sz="7063" b="1"/>
            </a:lvl7pPr>
            <a:lvl8pPr marL="14128486" indent="0">
              <a:buNone/>
              <a:defRPr sz="7063" b="1"/>
            </a:lvl8pPr>
            <a:lvl9pPr marL="16146841" indent="0">
              <a:buNone/>
              <a:defRPr sz="706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48339" y="11058863"/>
            <a:ext cx="18107995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669408" y="7421634"/>
            <a:ext cx="18197174" cy="3637228"/>
          </a:xfrm>
        </p:spPr>
        <p:txBody>
          <a:bodyPr anchor="b"/>
          <a:lstStyle>
            <a:lvl1pPr marL="0" indent="0">
              <a:buNone/>
              <a:defRPr sz="10595" b="1"/>
            </a:lvl1pPr>
            <a:lvl2pPr marL="2018355" indent="0">
              <a:buNone/>
              <a:defRPr sz="8829" b="1"/>
            </a:lvl2pPr>
            <a:lvl3pPr marL="4036710" indent="0">
              <a:buNone/>
              <a:defRPr sz="7946" b="1"/>
            </a:lvl3pPr>
            <a:lvl4pPr marL="6055065" indent="0">
              <a:buNone/>
              <a:defRPr sz="7063" b="1"/>
            </a:lvl4pPr>
            <a:lvl5pPr marL="8073420" indent="0">
              <a:buNone/>
              <a:defRPr sz="7063" b="1"/>
            </a:lvl5pPr>
            <a:lvl6pPr marL="10091776" indent="0">
              <a:buNone/>
              <a:defRPr sz="7063" b="1"/>
            </a:lvl6pPr>
            <a:lvl7pPr marL="12110131" indent="0">
              <a:buNone/>
              <a:defRPr sz="7063" b="1"/>
            </a:lvl7pPr>
            <a:lvl8pPr marL="14128486" indent="0">
              <a:buNone/>
              <a:defRPr sz="7063" b="1"/>
            </a:lvl8pPr>
            <a:lvl9pPr marL="16146841" indent="0">
              <a:buNone/>
              <a:defRPr sz="706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669408" y="11058863"/>
            <a:ext cx="18197174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5DA8-2842-4FC0-8272-16BCB16B9E87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E759-0B65-4BC6-8054-5BD220C25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92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5DA8-2842-4FC0-8272-16BCB16B9E87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E759-0B65-4BC6-8054-5BD220C25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87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5DA8-2842-4FC0-8272-16BCB16B9E87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E759-0B65-4BC6-8054-5BD220C25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969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2018348"/>
            <a:ext cx="13805328" cy="7064216"/>
          </a:xfrm>
        </p:spPr>
        <p:txBody>
          <a:bodyPr anchor="b"/>
          <a:lstStyle>
            <a:lvl1pPr>
              <a:defRPr sz="141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97174" y="4359077"/>
            <a:ext cx="21669405" cy="21515024"/>
          </a:xfrm>
        </p:spPr>
        <p:txBody>
          <a:bodyPr/>
          <a:lstStyle>
            <a:lvl1pPr>
              <a:defRPr sz="14127"/>
            </a:lvl1pPr>
            <a:lvl2pPr>
              <a:defRPr sz="12361"/>
            </a:lvl2pPr>
            <a:lvl3pPr>
              <a:defRPr sz="10595"/>
            </a:lvl3pPr>
            <a:lvl4pPr>
              <a:defRPr sz="8829"/>
            </a:lvl4pPr>
            <a:lvl5pPr>
              <a:defRPr sz="8829"/>
            </a:lvl5pPr>
            <a:lvl6pPr>
              <a:defRPr sz="8829"/>
            </a:lvl6pPr>
            <a:lvl7pPr>
              <a:defRPr sz="8829"/>
            </a:lvl7pPr>
            <a:lvl8pPr>
              <a:defRPr sz="8829"/>
            </a:lvl8pPr>
            <a:lvl9pPr>
              <a:defRPr sz="882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8334" y="9082564"/>
            <a:ext cx="13805328" cy="16826573"/>
          </a:xfrm>
        </p:spPr>
        <p:txBody>
          <a:bodyPr/>
          <a:lstStyle>
            <a:lvl1pPr marL="0" indent="0">
              <a:buNone/>
              <a:defRPr sz="7063"/>
            </a:lvl1pPr>
            <a:lvl2pPr marL="2018355" indent="0">
              <a:buNone/>
              <a:defRPr sz="6180"/>
            </a:lvl2pPr>
            <a:lvl3pPr marL="4036710" indent="0">
              <a:buNone/>
              <a:defRPr sz="5298"/>
            </a:lvl3pPr>
            <a:lvl4pPr marL="6055065" indent="0">
              <a:buNone/>
              <a:defRPr sz="4415"/>
            </a:lvl4pPr>
            <a:lvl5pPr marL="8073420" indent="0">
              <a:buNone/>
              <a:defRPr sz="4415"/>
            </a:lvl5pPr>
            <a:lvl6pPr marL="10091776" indent="0">
              <a:buNone/>
              <a:defRPr sz="4415"/>
            </a:lvl6pPr>
            <a:lvl7pPr marL="12110131" indent="0">
              <a:buNone/>
              <a:defRPr sz="4415"/>
            </a:lvl7pPr>
            <a:lvl8pPr marL="14128486" indent="0">
              <a:buNone/>
              <a:defRPr sz="4415"/>
            </a:lvl8pPr>
            <a:lvl9pPr marL="16146841" indent="0">
              <a:buNone/>
              <a:defRPr sz="441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5DA8-2842-4FC0-8272-16BCB16B9E87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E759-0B65-4BC6-8054-5BD220C25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764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2018348"/>
            <a:ext cx="13805328" cy="7064216"/>
          </a:xfrm>
        </p:spPr>
        <p:txBody>
          <a:bodyPr anchor="b"/>
          <a:lstStyle>
            <a:lvl1pPr>
              <a:defRPr sz="141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197174" y="4359077"/>
            <a:ext cx="21669405" cy="21515024"/>
          </a:xfrm>
        </p:spPr>
        <p:txBody>
          <a:bodyPr anchor="t"/>
          <a:lstStyle>
            <a:lvl1pPr marL="0" indent="0">
              <a:buNone/>
              <a:defRPr sz="14127"/>
            </a:lvl1pPr>
            <a:lvl2pPr marL="2018355" indent="0">
              <a:buNone/>
              <a:defRPr sz="12361"/>
            </a:lvl2pPr>
            <a:lvl3pPr marL="4036710" indent="0">
              <a:buNone/>
              <a:defRPr sz="10595"/>
            </a:lvl3pPr>
            <a:lvl4pPr marL="6055065" indent="0">
              <a:buNone/>
              <a:defRPr sz="8829"/>
            </a:lvl4pPr>
            <a:lvl5pPr marL="8073420" indent="0">
              <a:buNone/>
              <a:defRPr sz="8829"/>
            </a:lvl5pPr>
            <a:lvl6pPr marL="10091776" indent="0">
              <a:buNone/>
              <a:defRPr sz="8829"/>
            </a:lvl6pPr>
            <a:lvl7pPr marL="12110131" indent="0">
              <a:buNone/>
              <a:defRPr sz="8829"/>
            </a:lvl7pPr>
            <a:lvl8pPr marL="14128486" indent="0">
              <a:buNone/>
              <a:defRPr sz="8829"/>
            </a:lvl8pPr>
            <a:lvl9pPr marL="16146841" indent="0">
              <a:buNone/>
              <a:defRPr sz="882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8334" y="9082564"/>
            <a:ext cx="13805328" cy="16826573"/>
          </a:xfrm>
        </p:spPr>
        <p:txBody>
          <a:bodyPr/>
          <a:lstStyle>
            <a:lvl1pPr marL="0" indent="0">
              <a:buNone/>
              <a:defRPr sz="7063"/>
            </a:lvl1pPr>
            <a:lvl2pPr marL="2018355" indent="0">
              <a:buNone/>
              <a:defRPr sz="6180"/>
            </a:lvl2pPr>
            <a:lvl3pPr marL="4036710" indent="0">
              <a:buNone/>
              <a:defRPr sz="5298"/>
            </a:lvl3pPr>
            <a:lvl4pPr marL="6055065" indent="0">
              <a:buNone/>
              <a:defRPr sz="4415"/>
            </a:lvl4pPr>
            <a:lvl5pPr marL="8073420" indent="0">
              <a:buNone/>
              <a:defRPr sz="4415"/>
            </a:lvl5pPr>
            <a:lvl6pPr marL="10091776" indent="0">
              <a:buNone/>
              <a:defRPr sz="4415"/>
            </a:lvl6pPr>
            <a:lvl7pPr marL="12110131" indent="0">
              <a:buNone/>
              <a:defRPr sz="4415"/>
            </a:lvl7pPr>
            <a:lvl8pPr marL="14128486" indent="0">
              <a:buNone/>
              <a:defRPr sz="4415"/>
            </a:lvl8pPr>
            <a:lvl9pPr marL="16146841" indent="0">
              <a:buNone/>
              <a:defRPr sz="441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5DA8-2842-4FC0-8272-16BCB16B9E87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E759-0B65-4BC6-8054-5BD220C25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0330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5DA8-2842-4FC0-8272-16BCB16B9E87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E759-0B65-4BC6-8054-5BD220C25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691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631445" y="1611875"/>
            <a:ext cx="9229561" cy="256568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42761" y="1611875"/>
            <a:ext cx="27153637" cy="256568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5DA8-2842-4FC0-8272-16BCB16B9E87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E759-0B65-4BC6-8054-5BD220C25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639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2759" y="1611882"/>
            <a:ext cx="36918246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2759" y="8059374"/>
            <a:ext cx="36918246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42759" y="28060644"/>
            <a:ext cx="963084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05DA8-2842-4FC0-8272-16BCB16B9E87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78747" y="28060644"/>
            <a:ext cx="14446270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230157" y="28060644"/>
            <a:ext cx="963084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58E759-0B65-4BC6-8054-5BD220C25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980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036710" rtl="0" eaLnBrk="1" latinLnBrk="0" hangingPunct="1">
        <a:lnSpc>
          <a:spcPct val="90000"/>
        </a:lnSpc>
        <a:spcBef>
          <a:spcPct val="0"/>
        </a:spcBef>
        <a:buNone/>
        <a:defRPr sz="194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9178" indent="-1009178" algn="l" defTabSz="4036710" rtl="0" eaLnBrk="1" latinLnBrk="0" hangingPunct="1">
        <a:lnSpc>
          <a:spcPct val="90000"/>
        </a:lnSpc>
        <a:spcBef>
          <a:spcPts val="4415"/>
        </a:spcBef>
        <a:buFont typeface="Arial" panose="020B0604020202020204" pitchFamily="34" charset="0"/>
        <a:buChar char="•"/>
        <a:defRPr sz="12361" kern="1200">
          <a:solidFill>
            <a:schemeClr val="tx1"/>
          </a:solidFill>
          <a:latin typeface="+mn-lt"/>
          <a:ea typeface="+mn-ea"/>
          <a:cs typeface="+mn-cs"/>
        </a:defRPr>
      </a:lvl1pPr>
      <a:lvl2pPr marL="302753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10595" kern="1200">
          <a:solidFill>
            <a:schemeClr val="tx1"/>
          </a:solidFill>
          <a:latin typeface="+mn-lt"/>
          <a:ea typeface="+mn-ea"/>
          <a:cs typeface="+mn-cs"/>
        </a:defRPr>
      </a:lvl2pPr>
      <a:lvl3pPr marL="504588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8829" kern="1200">
          <a:solidFill>
            <a:schemeClr val="tx1"/>
          </a:solidFill>
          <a:latin typeface="+mn-lt"/>
          <a:ea typeface="+mn-ea"/>
          <a:cs typeface="+mn-cs"/>
        </a:defRPr>
      </a:lvl3pPr>
      <a:lvl4pPr marL="706424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4pPr>
      <a:lvl5pPr marL="908259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5pPr>
      <a:lvl6pPr marL="1110095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6pPr>
      <a:lvl7pPr marL="1311930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7pPr>
      <a:lvl8pPr marL="1513766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8pPr>
      <a:lvl9pPr marL="17156019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1pPr>
      <a:lvl2pPr marL="2018355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403671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3pPr>
      <a:lvl4pPr marL="6055065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4pPr>
      <a:lvl5pPr marL="807342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5pPr>
      <a:lvl6pPr marL="10091776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6pPr>
      <a:lvl7pPr marL="12110131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7pPr>
      <a:lvl8pPr marL="14128486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8pPr>
      <a:lvl9pPr marL="16146841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2.wdp"/><Relationship Id="rId5" Type="http://schemas.openxmlformats.org/officeDocument/2006/relationships/hyperlink" Target="mailto:oliver.cole@students.plymouth.ac.uk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D8557F6-B982-3D96-6668-01B43E9D61AB}"/>
              </a:ext>
            </a:extLst>
          </p:cNvPr>
          <p:cNvCxnSpPr/>
          <p:nvPr/>
        </p:nvCxnSpPr>
        <p:spPr>
          <a:xfrm>
            <a:off x="8583198" y="17526000"/>
            <a:ext cx="4000500" cy="0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78CCDFF-AF66-B1EC-F277-87A99ED6D155}"/>
              </a:ext>
            </a:extLst>
          </p:cNvPr>
          <p:cNvCxnSpPr/>
          <p:nvPr/>
        </p:nvCxnSpPr>
        <p:spPr>
          <a:xfrm>
            <a:off x="8583198" y="18105348"/>
            <a:ext cx="4000500" cy="0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0CACD78-61F5-505D-82C1-1AE363E08169}"/>
              </a:ext>
            </a:extLst>
          </p:cNvPr>
          <p:cNvCxnSpPr/>
          <p:nvPr/>
        </p:nvCxnSpPr>
        <p:spPr>
          <a:xfrm>
            <a:off x="8583198" y="18684696"/>
            <a:ext cx="4000500" cy="0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253A6F9-25BA-A354-8349-BD20D00C927D}"/>
              </a:ext>
            </a:extLst>
          </p:cNvPr>
          <p:cNvCxnSpPr/>
          <p:nvPr/>
        </p:nvCxnSpPr>
        <p:spPr>
          <a:xfrm>
            <a:off x="8250996" y="21788530"/>
            <a:ext cx="4000500" cy="0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20F5D99-272B-BF07-2D10-A6137CA3E8E1}"/>
              </a:ext>
            </a:extLst>
          </p:cNvPr>
          <p:cNvCxnSpPr>
            <a:cxnSpLocks/>
          </p:cNvCxnSpPr>
          <p:nvPr/>
        </p:nvCxnSpPr>
        <p:spPr>
          <a:xfrm>
            <a:off x="8862013" y="24168464"/>
            <a:ext cx="13235987" cy="0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A69C305-08A3-9477-CCAE-2C313E8DE475}"/>
              </a:ext>
            </a:extLst>
          </p:cNvPr>
          <p:cNvCxnSpPr>
            <a:cxnSpLocks/>
          </p:cNvCxnSpPr>
          <p:nvPr/>
        </p:nvCxnSpPr>
        <p:spPr>
          <a:xfrm>
            <a:off x="8862013" y="24968564"/>
            <a:ext cx="13235987" cy="0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2A9D2BF-88B3-71FF-8F11-3004CC4C08D7}"/>
              </a:ext>
            </a:extLst>
          </p:cNvPr>
          <p:cNvCxnSpPr>
            <a:cxnSpLocks/>
          </p:cNvCxnSpPr>
          <p:nvPr/>
        </p:nvCxnSpPr>
        <p:spPr>
          <a:xfrm>
            <a:off x="8862013" y="25654364"/>
            <a:ext cx="13235987" cy="0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4F72D29-77CC-B394-BD18-3C18225C6B38}"/>
              </a:ext>
            </a:extLst>
          </p:cNvPr>
          <p:cNvCxnSpPr>
            <a:cxnSpLocks/>
          </p:cNvCxnSpPr>
          <p:nvPr/>
        </p:nvCxnSpPr>
        <p:spPr>
          <a:xfrm>
            <a:off x="8862013" y="23482664"/>
            <a:ext cx="13235987" cy="0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E701D45-8F69-975A-FEA6-06BD4667E7E1}"/>
              </a:ext>
            </a:extLst>
          </p:cNvPr>
          <p:cNvCxnSpPr>
            <a:cxnSpLocks/>
          </p:cNvCxnSpPr>
          <p:nvPr/>
        </p:nvCxnSpPr>
        <p:spPr>
          <a:xfrm flipV="1">
            <a:off x="22468681" y="15209748"/>
            <a:ext cx="0" cy="3474948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6770736-FDC8-BFE1-6B63-857926EA883A}"/>
              </a:ext>
            </a:extLst>
          </p:cNvPr>
          <p:cNvCxnSpPr>
            <a:cxnSpLocks/>
          </p:cNvCxnSpPr>
          <p:nvPr/>
        </p:nvCxnSpPr>
        <p:spPr>
          <a:xfrm flipV="1">
            <a:off x="23257596" y="15209748"/>
            <a:ext cx="0" cy="3474948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124DE46-A78C-7C9C-C46B-32760320DF3B}"/>
              </a:ext>
            </a:extLst>
          </p:cNvPr>
          <p:cNvCxnSpPr>
            <a:cxnSpLocks/>
          </p:cNvCxnSpPr>
          <p:nvPr/>
        </p:nvCxnSpPr>
        <p:spPr>
          <a:xfrm flipV="1">
            <a:off x="26712896" y="15209748"/>
            <a:ext cx="0" cy="3474948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9564F28-25E0-6385-FC33-FE889E8C4C78}"/>
              </a:ext>
            </a:extLst>
          </p:cNvPr>
          <p:cNvCxnSpPr>
            <a:cxnSpLocks/>
          </p:cNvCxnSpPr>
          <p:nvPr/>
        </p:nvCxnSpPr>
        <p:spPr>
          <a:xfrm flipV="1">
            <a:off x="27278251" y="15391167"/>
            <a:ext cx="0" cy="3474948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0C57840-D7E0-BD02-7924-F02E487DA7D8}"/>
              </a:ext>
            </a:extLst>
          </p:cNvPr>
          <p:cNvCxnSpPr>
            <a:cxnSpLocks/>
          </p:cNvCxnSpPr>
          <p:nvPr/>
        </p:nvCxnSpPr>
        <p:spPr>
          <a:xfrm flipV="1">
            <a:off x="29996871" y="15391167"/>
            <a:ext cx="0" cy="3474948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35866B-3BA3-D044-CB5F-29D4B2841A8C}"/>
              </a:ext>
            </a:extLst>
          </p:cNvPr>
          <p:cNvCxnSpPr>
            <a:cxnSpLocks/>
          </p:cNvCxnSpPr>
          <p:nvPr/>
        </p:nvCxnSpPr>
        <p:spPr>
          <a:xfrm flipV="1">
            <a:off x="30709711" y="15391167"/>
            <a:ext cx="0" cy="3474948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939F173-03C5-2070-57FC-FD0EBE58FAB5}"/>
              </a:ext>
            </a:extLst>
          </p:cNvPr>
          <p:cNvCxnSpPr>
            <a:cxnSpLocks/>
          </p:cNvCxnSpPr>
          <p:nvPr/>
        </p:nvCxnSpPr>
        <p:spPr>
          <a:xfrm flipH="1">
            <a:off x="30424113" y="6953708"/>
            <a:ext cx="5748302" cy="0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A8F83CE-B209-30DB-E833-8579ACF74DB6}"/>
              </a:ext>
            </a:extLst>
          </p:cNvPr>
          <p:cNvCxnSpPr>
            <a:cxnSpLocks/>
          </p:cNvCxnSpPr>
          <p:nvPr/>
        </p:nvCxnSpPr>
        <p:spPr>
          <a:xfrm flipH="1" flipV="1">
            <a:off x="36155083" y="6897329"/>
            <a:ext cx="6025" cy="6383599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5DDBD2E-04AD-8EBE-D6E9-94461793B5AB}"/>
              </a:ext>
            </a:extLst>
          </p:cNvPr>
          <p:cNvCxnSpPr>
            <a:cxnSpLocks/>
          </p:cNvCxnSpPr>
          <p:nvPr/>
        </p:nvCxnSpPr>
        <p:spPr>
          <a:xfrm flipH="1">
            <a:off x="30985833" y="6273684"/>
            <a:ext cx="5748302" cy="0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AC916FF-AF09-22B9-935A-0E07A7282D77}"/>
              </a:ext>
            </a:extLst>
          </p:cNvPr>
          <p:cNvCxnSpPr>
            <a:cxnSpLocks/>
          </p:cNvCxnSpPr>
          <p:nvPr/>
        </p:nvCxnSpPr>
        <p:spPr>
          <a:xfrm flipH="1" flipV="1">
            <a:off x="36716803" y="6217305"/>
            <a:ext cx="6025" cy="6383599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267DC41-C1C1-9CCF-7056-063754A7B034}"/>
              </a:ext>
            </a:extLst>
          </p:cNvPr>
          <p:cNvCxnSpPr>
            <a:cxnSpLocks/>
          </p:cNvCxnSpPr>
          <p:nvPr/>
        </p:nvCxnSpPr>
        <p:spPr>
          <a:xfrm flipH="1">
            <a:off x="27556597" y="9425165"/>
            <a:ext cx="5748302" cy="0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E709AA6-D91B-9F51-9345-C491A3EFAB36}"/>
              </a:ext>
            </a:extLst>
          </p:cNvPr>
          <p:cNvCxnSpPr>
            <a:cxnSpLocks/>
          </p:cNvCxnSpPr>
          <p:nvPr/>
        </p:nvCxnSpPr>
        <p:spPr>
          <a:xfrm flipH="1" flipV="1">
            <a:off x="33287567" y="9368786"/>
            <a:ext cx="6025" cy="6383599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CB0CC175-1A1D-534A-9D0E-ED3648629BF0}"/>
              </a:ext>
            </a:extLst>
          </p:cNvPr>
          <p:cNvCxnSpPr>
            <a:cxnSpLocks/>
          </p:cNvCxnSpPr>
          <p:nvPr/>
        </p:nvCxnSpPr>
        <p:spPr>
          <a:xfrm flipH="1">
            <a:off x="28129624" y="8713918"/>
            <a:ext cx="5748302" cy="0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911880FE-5607-9176-9856-D4502894C967}"/>
              </a:ext>
            </a:extLst>
          </p:cNvPr>
          <p:cNvCxnSpPr>
            <a:cxnSpLocks/>
          </p:cNvCxnSpPr>
          <p:nvPr/>
        </p:nvCxnSpPr>
        <p:spPr>
          <a:xfrm flipH="1" flipV="1">
            <a:off x="33860594" y="8657539"/>
            <a:ext cx="6025" cy="6383599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26" name="Straight Connector 1025">
            <a:extLst>
              <a:ext uri="{FF2B5EF4-FFF2-40B4-BE49-F238E27FC236}">
                <a16:creationId xmlns:a16="http://schemas.microsoft.com/office/drawing/2014/main" id="{9E66CBE5-201C-600B-8C87-465FA18857CF}"/>
              </a:ext>
            </a:extLst>
          </p:cNvPr>
          <p:cNvCxnSpPr>
            <a:cxnSpLocks/>
          </p:cNvCxnSpPr>
          <p:nvPr/>
        </p:nvCxnSpPr>
        <p:spPr>
          <a:xfrm flipH="1">
            <a:off x="29260800" y="4116662"/>
            <a:ext cx="11940088" cy="0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B7A40C84-7D4F-8535-D3D5-0B2CE864F188}"/>
              </a:ext>
            </a:extLst>
          </p:cNvPr>
          <p:cNvCxnSpPr>
            <a:cxnSpLocks/>
          </p:cNvCxnSpPr>
          <p:nvPr/>
        </p:nvCxnSpPr>
        <p:spPr>
          <a:xfrm flipH="1" flipV="1">
            <a:off x="41183556" y="4060283"/>
            <a:ext cx="17332" cy="8540621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455DCB96-DEAF-8958-1DFE-B250A1E6B948}"/>
              </a:ext>
            </a:extLst>
          </p:cNvPr>
          <p:cNvCxnSpPr>
            <a:cxnSpLocks/>
          </p:cNvCxnSpPr>
          <p:nvPr/>
        </p:nvCxnSpPr>
        <p:spPr>
          <a:xfrm flipH="1">
            <a:off x="28351316" y="4917992"/>
            <a:ext cx="11940088" cy="0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E2058B1A-E152-1470-FA64-EE98FFC4A33B}"/>
              </a:ext>
            </a:extLst>
          </p:cNvPr>
          <p:cNvCxnSpPr>
            <a:cxnSpLocks/>
          </p:cNvCxnSpPr>
          <p:nvPr/>
        </p:nvCxnSpPr>
        <p:spPr>
          <a:xfrm flipH="1" flipV="1">
            <a:off x="40271060" y="4905790"/>
            <a:ext cx="17332" cy="8540621"/>
          </a:xfrm>
          <a:prstGeom prst="line">
            <a:avLst/>
          </a:prstGeom>
          <a:ln w="127000">
            <a:solidFill>
              <a:schemeClr val="accent3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504312A6-F32B-6507-C12B-5BD2078A2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colorTemperature colorTemp="53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947161" y="7681907"/>
            <a:ext cx="11078552" cy="738181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5633767-DDBA-CD4F-56CD-997E902C9D55}"/>
              </a:ext>
            </a:extLst>
          </p:cNvPr>
          <p:cNvSpPr txBox="1">
            <a:spLocks/>
          </p:cNvSpPr>
          <p:nvPr/>
        </p:nvSpPr>
        <p:spPr>
          <a:xfrm>
            <a:off x="-74631" y="-30068"/>
            <a:ext cx="42982241" cy="3357603"/>
          </a:xfrm>
          <a:prstGeom prst="rect">
            <a:avLst/>
          </a:prstGeom>
          <a:solidFill>
            <a:srgbClr val="18313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500" b="1" dirty="0">
                <a:solidFill>
                  <a:srgbClr val="F2EBD9"/>
                </a:solidFill>
              </a:rPr>
              <a:t>Project Mismanagement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A27DC2-9BBE-5387-2744-B63705040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0668" y="15391167"/>
            <a:ext cx="10776943" cy="12058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DBA716-7769-8ED2-DB77-4149AAA0DC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994"/>
          <a:stretch>
            <a:fillRect/>
          </a:stretch>
        </p:blipFill>
        <p:spPr>
          <a:xfrm>
            <a:off x="32130675" y="10814561"/>
            <a:ext cx="10776943" cy="1097396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9289CD7-67ED-808D-23C3-1D3F673515A8}"/>
              </a:ext>
            </a:extLst>
          </p:cNvPr>
          <p:cNvSpPr/>
          <p:nvPr/>
        </p:nvSpPr>
        <p:spPr>
          <a:xfrm>
            <a:off x="32908939" y="13007459"/>
            <a:ext cx="9362273" cy="13356624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228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BFE781-4FC7-6941-9B93-01F0D31BD01E}"/>
              </a:ext>
            </a:extLst>
          </p:cNvPr>
          <p:cNvSpPr txBox="1"/>
          <p:nvPr/>
        </p:nvSpPr>
        <p:spPr>
          <a:xfrm>
            <a:off x="32838017" y="12718616"/>
            <a:ext cx="9362273" cy="13274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915" dirty="0"/>
              <a:t>For now…</a:t>
            </a:r>
          </a:p>
          <a:p>
            <a:pPr algn="ctr"/>
            <a:endParaRPr lang="en-GB" sz="4915" dirty="0"/>
          </a:p>
          <a:p>
            <a:r>
              <a:rPr lang="en-GB" sz="4213" dirty="0"/>
              <a:t>You’ve completed the puzzle, fixed the latest office problem, you should enjoy the moment!</a:t>
            </a:r>
          </a:p>
          <a:p>
            <a:r>
              <a:rPr lang="en-GB" sz="4213" dirty="0"/>
              <a:t>At least until Rory turns up with the next disaster for you to fix!</a:t>
            </a:r>
          </a:p>
          <a:p>
            <a:r>
              <a:rPr lang="en-GB" sz="4213" dirty="0"/>
              <a:t>At least now you are prepared to tackle much more complex problems with your new skills.</a:t>
            </a:r>
          </a:p>
          <a:p>
            <a:endParaRPr lang="en-GB" sz="4213" dirty="0"/>
          </a:p>
          <a:p>
            <a:endParaRPr lang="en-GB" sz="4213" dirty="0"/>
          </a:p>
          <a:p>
            <a:r>
              <a:rPr lang="en-GB" sz="4213" dirty="0"/>
              <a:t>Future development:</a:t>
            </a:r>
          </a:p>
          <a:p>
            <a:r>
              <a:rPr lang="en-GB" sz="4213" dirty="0"/>
              <a:t>The current prototype focuses on introducing logic concepts through structured puzzle levels. Future development would expand on this into advanced, multi-stage circuits, larger puzzles and increasingly complex combinations of logic components.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877EC5-C499-BEE4-346A-3B4218EC6316}"/>
              </a:ext>
            </a:extLst>
          </p:cNvPr>
          <p:cNvSpPr/>
          <p:nvPr/>
        </p:nvSpPr>
        <p:spPr>
          <a:xfrm>
            <a:off x="-74630" y="27449694"/>
            <a:ext cx="42878393" cy="29105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228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796974-2391-00BF-5847-C219A7C88FDF}"/>
              </a:ext>
            </a:extLst>
          </p:cNvPr>
          <p:cNvSpPr txBox="1"/>
          <p:nvPr/>
        </p:nvSpPr>
        <p:spPr>
          <a:xfrm>
            <a:off x="10716798" y="27802317"/>
            <a:ext cx="283802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dirty="0">
                <a:solidFill>
                  <a:schemeClr val="bg2">
                    <a:lumMod val="90000"/>
                  </a:schemeClr>
                </a:solidFill>
              </a:rPr>
              <a:t>Oliver Cole – 10859527 – </a:t>
            </a:r>
            <a:r>
              <a:rPr lang="en-GB" sz="5400" dirty="0">
                <a:solidFill>
                  <a:schemeClr val="bg2">
                    <a:lumMod val="9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oliver.cole@students.plymouth.ac.uk</a:t>
            </a:r>
            <a:r>
              <a:rPr lang="en-GB" sz="5400" dirty="0">
                <a:solidFill>
                  <a:schemeClr val="bg2">
                    <a:lumMod val="90000"/>
                  </a:schemeClr>
                </a:solidFill>
              </a:rPr>
              <a:t> </a:t>
            </a:r>
            <a:endParaRPr lang="en-GB" sz="72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sz="7200" dirty="0">
                <a:solidFill>
                  <a:schemeClr val="bg2">
                    <a:lumMod val="90000"/>
                  </a:schemeClr>
                </a:solidFill>
              </a:rPr>
              <a:t>BSc (Hons) Computer Science (Games Development)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F7D5AA-DE1E-27B3-CC6D-C48EAC5BD729}"/>
              </a:ext>
            </a:extLst>
          </p:cNvPr>
          <p:cNvGrpSpPr/>
          <p:nvPr/>
        </p:nvGrpSpPr>
        <p:grpSpPr>
          <a:xfrm>
            <a:off x="519499" y="27904854"/>
            <a:ext cx="9643704" cy="2000250"/>
            <a:chOff x="519499" y="27904854"/>
            <a:chExt cx="9643704" cy="200025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3DCACF0-7F9E-EB86-5BEF-241D382FA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5386" r="1" b="31928"/>
            <a:stretch>
              <a:fillRect/>
            </a:stretch>
          </p:blipFill>
          <p:spPr>
            <a:xfrm>
              <a:off x="2371724" y="27956354"/>
              <a:ext cx="7791479" cy="1948750"/>
            </a:xfrm>
            <a:prstGeom prst="rect">
              <a:avLst/>
            </a:prstGeom>
          </p:spPr>
        </p:pic>
        <p:pic>
          <p:nvPicPr>
            <p:cNvPr id="1028" name="Picture 4" descr="University of Plymouth, Faculty of Medicine and Dentistry Virtual Tour">
              <a:extLst>
                <a:ext uri="{FF2B5EF4-FFF2-40B4-BE49-F238E27FC236}">
                  <a16:creationId xmlns:a16="http://schemas.microsoft.com/office/drawing/2014/main" id="{906DA4F1-A250-98DB-A7EE-C3D34EEA37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7608"/>
            <a:stretch>
              <a:fillRect/>
            </a:stretch>
          </p:blipFill>
          <p:spPr bwMode="auto">
            <a:xfrm>
              <a:off x="519499" y="27904854"/>
              <a:ext cx="1633766" cy="2000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434C69A5-5EE7-3D43-368B-30D08AD1B3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10977" y="27606332"/>
            <a:ext cx="6752535" cy="2729805"/>
          </a:xfrm>
          <a:prstGeom prst="rect">
            <a:avLst/>
          </a:prstGeom>
        </p:spPr>
      </p:pic>
      <p:sp>
        <p:nvSpPr>
          <p:cNvPr id="25" name="Double Brace 24">
            <a:extLst>
              <a:ext uri="{FF2B5EF4-FFF2-40B4-BE49-F238E27FC236}">
                <a16:creationId xmlns:a16="http://schemas.microsoft.com/office/drawing/2014/main" id="{61B4CF0F-5DD1-6EED-95C4-AEAACE74DD22}"/>
              </a:ext>
            </a:extLst>
          </p:cNvPr>
          <p:cNvSpPr/>
          <p:nvPr/>
        </p:nvSpPr>
        <p:spPr>
          <a:xfrm>
            <a:off x="10862263" y="16473247"/>
            <a:ext cx="8797337" cy="5817823"/>
          </a:xfrm>
          <a:prstGeom prst="bracePair">
            <a:avLst/>
          </a:prstGeom>
          <a:solidFill>
            <a:srgbClr val="F2EBD9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Game concept</a:t>
            </a:r>
          </a:p>
          <a:p>
            <a:pPr algn="ctr"/>
            <a:r>
              <a:rPr lang="en-US" sz="4800" dirty="0"/>
              <a:t>A 3D puzzle game where the player acts as an IT technician fixing bizarre office systems through logic-based challenges.</a:t>
            </a:r>
          </a:p>
        </p:txBody>
      </p:sp>
      <p:sp>
        <p:nvSpPr>
          <p:cNvPr id="26" name="Double Brace 25">
            <a:extLst>
              <a:ext uri="{FF2B5EF4-FFF2-40B4-BE49-F238E27FC236}">
                <a16:creationId xmlns:a16="http://schemas.microsoft.com/office/drawing/2014/main" id="{CD2D3013-6ED3-AA35-EDB8-499037FD97FD}"/>
              </a:ext>
            </a:extLst>
          </p:cNvPr>
          <p:cNvSpPr/>
          <p:nvPr/>
        </p:nvSpPr>
        <p:spPr>
          <a:xfrm>
            <a:off x="297939" y="21418139"/>
            <a:ext cx="9927918" cy="5399526"/>
          </a:xfrm>
          <a:prstGeom prst="bracePair">
            <a:avLst/>
          </a:prstGeom>
          <a:solidFill>
            <a:srgbClr val="F2EBD9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Intended audience</a:t>
            </a:r>
          </a:p>
          <a:p>
            <a:r>
              <a:rPr lang="en-US" sz="4800" dirty="0"/>
              <a:t>Designed for beginners and students, the project aims to make digital logic more approachable through interactive play rather than static explanation.</a:t>
            </a:r>
          </a:p>
        </p:txBody>
      </p:sp>
      <p:sp>
        <p:nvSpPr>
          <p:cNvPr id="27" name="Double Brace 26">
            <a:extLst>
              <a:ext uri="{FF2B5EF4-FFF2-40B4-BE49-F238E27FC236}">
                <a16:creationId xmlns:a16="http://schemas.microsoft.com/office/drawing/2014/main" id="{BCB93192-1264-74D0-0CC7-DD83CB644F1B}"/>
              </a:ext>
            </a:extLst>
          </p:cNvPr>
          <p:cNvSpPr/>
          <p:nvPr/>
        </p:nvSpPr>
        <p:spPr>
          <a:xfrm>
            <a:off x="20221312" y="18105348"/>
            <a:ext cx="11838433" cy="8712317"/>
          </a:xfrm>
          <a:prstGeom prst="bracePair">
            <a:avLst/>
          </a:prstGeom>
          <a:solidFill>
            <a:srgbClr val="F2EBD9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4800" b="1" dirty="0"/>
              <a:t>Main mechanic</a:t>
            </a:r>
          </a:p>
          <a:p>
            <a:r>
              <a:rPr lang="en-US" sz="4800" dirty="0"/>
              <a:t>Players build circuits on a grid using signal blocks, connectors, and logic gates to produce a target output. On testing a solution, signals propagate through the system and gates evaluate the result. Correct outputs complete the puzzle, while incorrect ones encourage iteration and experimentation.</a:t>
            </a:r>
          </a:p>
        </p:txBody>
      </p:sp>
      <p:pic>
        <p:nvPicPr>
          <p:cNvPr id="29" name="Picture 28" descr="A cartoon character in a room&#10;&#10;AI-generated content may be incorrect.">
            <a:extLst>
              <a:ext uri="{FF2B5EF4-FFF2-40B4-BE49-F238E27FC236}">
                <a16:creationId xmlns:a16="http://schemas.microsoft.com/office/drawing/2014/main" id="{6216B640-9C3F-68AE-4244-3B51D61E7F5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2986" t="13279" r="28228" b="17407"/>
          <a:stretch>
            <a:fillRect/>
          </a:stretch>
        </p:blipFill>
        <p:spPr>
          <a:xfrm>
            <a:off x="297938" y="10635409"/>
            <a:ext cx="9630847" cy="9638052"/>
          </a:xfrm>
          <a:prstGeom prst="rect">
            <a:avLst/>
          </a:prstGeom>
        </p:spPr>
      </p:pic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F99326A7-F02A-360B-A86B-980012FAA172}"/>
              </a:ext>
            </a:extLst>
          </p:cNvPr>
          <p:cNvSpPr/>
          <p:nvPr/>
        </p:nvSpPr>
        <p:spPr>
          <a:xfrm>
            <a:off x="370009" y="3782695"/>
            <a:ext cx="9630847" cy="7239643"/>
          </a:xfrm>
          <a:prstGeom prst="wedgeRectCallout">
            <a:avLst>
              <a:gd name="adj1" fmla="val 8897"/>
              <a:gd name="adj2" fmla="val 84080"/>
            </a:avLst>
          </a:prstGeom>
          <a:solidFill>
            <a:srgbClr val="D8B84C">
              <a:alpha val="7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800" b="1" dirty="0">
                <a:solidFill>
                  <a:schemeClr val="tx1"/>
                </a:solidFill>
              </a:rPr>
              <a:t>Meet Rory, your new boss.</a:t>
            </a:r>
          </a:p>
          <a:p>
            <a:endParaRPr lang="en-GB" sz="4800" dirty="0">
              <a:solidFill>
                <a:schemeClr val="tx1"/>
              </a:solidFill>
            </a:endParaRPr>
          </a:p>
          <a:p>
            <a:r>
              <a:rPr lang="en-GB" sz="4800" dirty="0">
                <a:solidFill>
                  <a:schemeClr val="tx1"/>
                </a:solidFill>
              </a:rPr>
              <a:t>He’s in charge of an office full of broken systems, so naturally, it's your problem now. Your role is to use digital logic and problem-solving skills to bring order to this chaotic office.</a:t>
            </a:r>
            <a:endParaRPr lang="en-GB" sz="8800" dirty="0">
              <a:solidFill>
                <a:schemeClr val="tx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02ECAC5-27B2-554D-49A1-A1E663BFF31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99255" l="770" r="99090">
                        <a14:foregroundMark x1="40794" y1="61446" x2="42827" y2="61242"/>
                        <a14:foregroundMark x1="34150" y1="62112" x2="38409" y2="61685"/>
                        <a14:foregroundMark x1="49195" y1="48696" x2="52694" y2="47453"/>
                        <a14:foregroundMark x1="55958" y1="47950" x2="57593" y2="48199"/>
                        <a14:foregroundMark x1="52694" y1="47453" x2="53485" y2="47573"/>
                        <a14:foregroundMark x1="57642" y1="58206" x2="57663" y2="62484"/>
                        <a14:foregroundMark x1="57593" y1="48199" x2="57618" y2="53238"/>
                        <a14:foregroundMark x1="61204" y1="63000" x2="61931" y2="63106"/>
                        <a14:foregroundMark x1="57663" y1="62484" x2="58830" y2="62654"/>
                        <a14:foregroundMark x1="61931" y1="63106" x2="62701" y2="62733"/>
                        <a14:foregroundMark x1="59342" y1="23106" x2="36739" y2="20248"/>
                        <a14:foregroundMark x1="36739" y1="20248" x2="44997" y2="18634"/>
                        <a14:foregroundMark x1="44997" y1="18634" x2="42617" y2="13540"/>
                        <a14:foregroundMark x1="42617" y1="13540" x2="63121" y2="10559"/>
                        <a14:foregroundMark x1="63121" y1="10559" x2="31700" y2="11925"/>
                        <a14:foregroundMark x1="31700" y1="11925" x2="53324" y2="18509"/>
                        <a14:foregroundMark x1="53324" y1="18509" x2="14066" y2="23851"/>
                        <a14:foregroundMark x1="14066" y1="23851" x2="16935" y2="24845"/>
                        <a14:foregroundMark x1="21414" y1="95031" x2="27572" y2="93913"/>
                        <a14:foregroundMark x1="27572" y1="93913" x2="59902" y2="96894"/>
                        <a14:foregroundMark x1="59902" y1="96894" x2="80616" y2="93168"/>
                        <a14:foregroundMark x1="80616" y1="93168" x2="87054" y2="81366"/>
                        <a14:foregroundMark x1="87054" y1="81366" x2="86634" y2="20745"/>
                        <a14:foregroundMark x1="86634" y1="20745" x2="82645" y2="16646"/>
                        <a14:foregroundMark x1="82645" y1="16646" x2="84955" y2="81491"/>
                        <a14:foregroundMark x1="84955" y1="81491" x2="92862" y2="68199"/>
                        <a14:foregroundMark x1="92862" y1="68199" x2="92442" y2="29317"/>
                        <a14:foregroundMark x1="75227" y1="7826" x2="81176" y2="71677"/>
                        <a14:foregroundMark x1="32470" y1="19255" x2="69559" y2="23106"/>
                        <a14:foregroundMark x1="77047" y1="28075" x2="33310" y2="26460"/>
                        <a14:foregroundMark x1="33310" y1="26460" x2="62421" y2="31677"/>
                        <a14:foregroundMark x1="62421" y1="31677" x2="73898" y2="30683"/>
                        <a14:foregroundMark x1="73898" y1="30683" x2="32540" y2="27329"/>
                        <a14:foregroundMark x1="73548" y1="10683" x2="73548" y2="10683"/>
                        <a14:foregroundMark x1="68509" y1="7453" x2="65920" y2="11553"/>
                        <a14:foregroundMark x1="65920" y1="11553" x2="37859" y2="3727"/>
                        <a14:foregroundMark x1="37859" y1="3727" x2="62281" y2="3478"/>
                        <a14:foregroundMark x1="62281" y1="3478" x2="45976" y2="6584"/>
                        <a14:foregroundMark x1="45976" y1="6584" x2="55563" y2="8323"/>
                        <a14:foregroundMark x1="55563" y1="8323" x2="36739" y2="2484"/>
                        <a14:foregroundMark x1="36739" y1="2484" x2="17775" y2="9565"/>
                        <a14:foregroundMark x1="17775" y1="9565" x2="25052" y2="15031"/>
                        <a14:foregroundMark x1="25052" y1="15031" x2="28971" y2="6460"/>
                        <a14:foregroundMark x1="28971" y1="6460" x2="9727" y2="14410"/>
                        <a14:foregroundMark x1="9727" y1="14410" x2="9727" y2="14410"/>
                        <a14:foregroundMark x1="24633" y1="2484" x2="46466" y2="1739"/>
                        <a14:foregroundMark x1="46466" y1="1739" x2="55843" y2="2236"/>
                        <a14:foregroundMark x1="55843" y1="2236" x2="64311" y2="1491"/>
                        <a14:foregroundMark x1="64311" y1="1491" x2="80126" y2="2857"/>
                        <a14:foregroundMark x1="80126" y1="2857" x2="70959" y2="5466"/>
                        <a14:foregroundMark x1="70959" y1="5466" x2="82645" y2="11304"/>
                        <a14:foregroundMark x1="82645" y1="11304" x2="83695" y2="15652"/>
                        <a14:foregroundMark x1="83695" y1="15652" x2="81875" y2="7702"/>
                        <a14:foregroundMark x1="81875" y1="7702" x2="86984" y2="1491"/>
                        <a14:foregroundMark x1="86984" y1="1491" x2="97481" y2="8696"/>
                        <a14:foregroundMark x1="97481" y1="8696" x2="97831" y2="9193"/>
                        <a14:foregroundMark x1="64661" y1="1863" x2="71519" y2="124"/>
                        <a14:foregroundMark x1="23653" y1="97019" x2="23863" y2="97019"/>
                        <a14:foregroundMark x1="28272" y1="96770" x2="63681" y2="99255"/>
                        <a14:foregroundMark x1="63681" y1="99255" x2="85584" y2="94907"/>
                        <a14:foregroundMark x1="85584" y1="94907" x2="89013" y2="91180"/>
                        <a14:foregroundMark x1="89013" y1="91180" x2="86844" y2="75404"/>
                        <a14:foregroundMark x1="86844" y1="75404" x2="82295" y2="70435"/>
                        <a14:foregroundMark x1="82295" y1="70435" x2="79776" y2="75528"/>
                        <a14:foregroundMark x1="79776" y1="75528" x2="78237" y2="86708"/>
                        <a14:foregroundMark x1="78237" y1="86708" x2="77117" y2="34907"/>
                        <a14:foregroundMark x1="21064" y1="2484" x2="15325" y2="2609"/>
                        <a14:foregroundMark x1="15325" y1="2609" x2="4129" y2="13168"/>
                        <a14:foregroundMark x1="4129" y1="13168" x2="8467" y2="9565"/>
                        <a14:foregroundMark x1="8467" y1="9565" x2="5738" y2="9068"/>
                        <a14:foregroundMark x1="5738" y1="9068" x2="3779" y2="11304"/>
                        <a14:foregroundMark x1="3779" y1="11304" x2="1400" y2="12298"/>
                        <a14:foregroundMark x1="1400" y1="12298" x2="6088" y2="5963"/>
                        <a14:foregroundMark x1="6088" y1="5963" x2="19454" y2="3727"/>
                        <a14:foregroundMark x1="19454" y1="3727" x2="7208" y2="13665"/>
                        <a14:foregroundMark x1="7208" y1="13665" x2="5948" y2="23975"/>
                        <a14:foregroundMark x1="5948" y1="23975" x2="2659" y2="29068"/>
                        <a14:foregroundMark x1="2659" y1="29068" x2="5178" y2="22857"/>
                        <a14:foregroundMark x1="5178" y1="22857" x2="4899" y2="53292"/>
                        <a14:foregroundMark x1="4899" y1="53292" x2="10497" y2="60248"/>
                        <a14:foregroundMark x1="10497" y1="60248" x2="7488" y2="40248"/>
                        <a14:foregroundMark x1="7488" y1="40248" x2="18474" y2="41988"/>
                        <a14:foregroundMark x1="18474" y1="41988" x2="11267" y2="32050"/>
                        <a14:foregroundMark x1="11267" y1="32050" x2="8258" y2="40248"/>
                        <a14:foregroundMark x1="8258" y1="40248" x2="17705" y2="20373"/>
                        <a14:foregroundMark x1="17705" y1="20373" x2="7698" y2="51553"/>
                        <a14:foregroundMark x1="7698" y1="51553" x2="9867" y2="45466"/>
                        <a14:foregroundMark x1="9867" y1="45466" x2="4409" y2="75155"/>
                        <a14:foregroundMark x1="4409" y1="75155" x2="7418" y2="83975"/>
                        <a14:foregroundMark x1="7418" y1="83975" x2="5668" y2="76025"/>
                        <a14:foregroundMark x1="5668" y1="76025" x2="13366" y2="69068"/>
                        <a14:foregroundMark x1="13366" y1="69068" x2="13436" y2="78634"/>
                        <a14:foregroundMark x1="13436" y1="78634" x2="13156" y2="45466"/>
                        <a14:foregroundMark x1="13156" y1="45466" x2="3849" y2="86832"/>
                        <a14:foregroundMark x1="3849" y1="86832" x2="3499" y2="82360"/>
                        <a14:foregroundMark x1="3499" y1="82360" x2="1540" y2="92547"/>
                        <a14:foregroundMark x1="1540" y1="92547" x2="9027" y2="57888"/>
                        <a14:foregroundMark x1="9027" y1="57888" x2="5948" y2="68323"/>
                        <a14:foregroundMark x1="5948" y1="68323" x2="4829" y2="97888"/>
                        <a14:foregroundMark x1="4829" y1="97888" x2="11896" y2="90062"/>
                        <a14:foregroundMark x1="11896" y1="90062" x2="12316" y2="81491"/>
                        <a14:foregroundMark x1="12316" y1="81491" x2="7978" y2="89441"/>
                        <a14:foregroundMark x1="7978" y1="89441" x2="15745" y2="84348"/>
                        <a14:foregroundMark x1="15745" y1="84348" x2="10777" y2="74410"/>
                        <a14:foregroundMark x1="10777" y1="74410" x2="8747" y2="84969"/>
                        <a14:foregroundMark x1="11267" y1="2981" x2="6788" y2="3602"/>
                        <a14:foregroundMark x1="6788" y1="3602" x2="2869" y2="9938"/>
                        <a14:foregroundMark x1="2869" y1="9938" x2="1749" y2="94286"/>
                        <a14:foregroundMark x1="1749" y1="94286" x2="4689" y2="96646"/>
                        <a14:foregroundMark x1="4689" y1="96646" x2="12596" y2="96646"/>
                        <a14:foregroundMark x1="12596" y1="96646" x2="19384" y2="98137"/>
                        <a14:foregroundMark x1="3079" y1="3478" x2="1050" y2="16149"/>
                        <a14:foregroundMark x1="1050" y1="16149" x2="910" y2="97516"/>
                        <a14:foregroundMark x1="910" y1="97516" x2="770" y2="98882"/>
                        <a14:foregroundMark x1="21693" y1="35031" x2="21484" y2="89193"/>
                        <a14:foregroundMark x1="41078" y1="73450" x2="45556" y2="74600"/>
                        <a14:foregroundMark x1="36109" y1="72174" x2="38622" y2="72819"/>
                        <a14:foregroundMark x1="34150" y1="60124" x2="34019" y2="66300"/>
                        <a14:foregroundMark x1="80196" y1="97888" x2="83555" y2="98385"/>
                        <a14:foregroundMark x1="83555" y1="98385" x2="89083" y2="97764"/>
                        <a14:foregroundMark x1="89083" y1="97764" x2="98600" y2="98137"/>
                        <a14:foregroundMark x1="98600" y1="98137" x2="99090" y2="88571"/>
                        <a14:foregroundMark x1="99090" y1="88571" x2="97131" y2="80994"/>
                        <a14:foregroundMark x1="97131" y1="80994" x2="89643" y2="78137"/>
                        <a14:foregroundMark x1="97411" y1="74410" x2="96991" y2="18012"/>
                        <a14:foregroundMark x1="96991" y1="18012" x2="96991" y2="17888"/>
                        <a14:foregroundMark x1="48775" y1="59130" x2="50945" y2="63354"/>
                        <a14:foregroundMark x1="48845" y1="73416" x2="51085" y2="77764"/>
                        <a14:backgroundMark x1="36949" y1="41118" x2="49545" y2="37888"/>
                        <a14:backgroundMark x1="49545" y1="37888" x2="62981" y2="39255"/>
                        <a14:backgroundMark x1="62981" y1="39255" x2="68509" y2="45466"/>
                        <a14:backgroundMark x1="68509" y1="45466" x2="70189" y2="60621"/>
                        <a14:backgroundMark x1="70189" y1="60621" x2="68649" y2="73789"/>
                        <a14:backgroundMark x1="68649" y1="73789" x2="47936" y2="86832"/>
                        <a14:backgroundMark x1="47936" y1="86832" x2="34850" y2="84099"/>
                        <a14:backgroundMark x1="34850" y1="84099" x2="29181" y2="71553"/>
                        <a14:backgroundMark x1="29181" y1="71553" x2="31421" y2="53665"/>
                        <a14:backgroundMark x1="31421" y1="53665" x2="37369" y2="41491"/>
                        <a14:backgroundMark x1="27432" y1="37391" x2="36249" y2="41118"/>
                        <a14:backgroundMark x1="40238" y1="46211" x2="38069" y2="46708"/>
                        <a14:backgroundMark x1="41987" y1="51056" x2="42337" y2="51429"/>
                        <a14:backgroundMark x1="42337" y1="51429" x2="35199" y2="52795"/>
                        <a14:backgroundMark x1="35199" y1="52795" x2="35199" y2="52795"/>
                        <a14:backgroundMark x1="29251" y1="79876" x2="29181" y2="91304"/>
                        <a14:backgroundMark x1="52554" y1="88944" x2="67040" y2="87329"/>
                        <a14:backgroundMark x1="56263" y1="72919" x2="67180" y2="73416"/>
                        <a14:backgroundMark x1="71309" y1="75155" x2="71239" y2="86087"/>
                        <a14:backgroundMark x1="70469" y1="39379" x2="71169" y2="53043"/>
                        <a14:backgroundMark x1="50805" y1="55776" x2="51784" y2="55776"/>
                        <a14:backgroundMark x1="47306" y1="56398" x2="49405" y2="56522"/>
                        <a14:backgroundMark x1="49545" y1="56522" x2="49545" y2="56522"/>
                        <a14:backgroundMark x1="49545" y1="56522" x2="49545" y2="56522"/>
                        <a14:backgroundMark x1="36529" y1="68447" x2="38558" y2="68199"/>
                        <a14:backgroundMark x1="38838" y1="68199" x2="38838" y2="68199"/>
                        <a14:backgroundMark x1="39118" y1="68199" x2="39398" y2="68199"/>
                        <a14:backgroundMark x1="39888" y1="64472" x2="39888" y2="73789"/>
                        <a14:backgroundMark x1="40728" y1="68447" x2="40728" y2="68447"/>
                        <a14:backgroundMark x1="40868" y1="68447" x2="41498" y2="68447"/>
                        <a14:backgroundMark x1="41707" y1="68447" x2="41707" y2="68447"/>
                        <a14:backgroundMark x1="44087" y1="67950" x2="46606" y2="68075"/>
                        <a14:backgroundMark x1="46746" y1="71677" x2="46746" y2="79255"/>
                        <a14:backgroundMark x1="39818" y1="72919" x2="40168" y2="82981"/>
                        <a14:backgroundMark x1="36949" y1="68199" x2="36949" y2="68199"/>
                        <a14:backgroundMark x1="36739" y1="68199" x2="31910" y2="67950"/>
                        <a14:backgroundMark x1="39678" y1="56273" x2="39538" y2="65963"/>
                        <a14:backgroundMark x1="39538" y1="65963" x2="39538" y2="65963"/>
                        <a14:backgroundMark x1="41428" y1="68696" x2="43807" y2="68571"/>
                        <a14:backgroundMark x1="43807" y1="68571" x2="43947" y2="68571"/>
                        <a14:backgroundMark x1="60112" y1="58634" x2="59832" y2="70932"/>
                        <a14:backgroundMark x1="29321" y1="35901" x2="35409" y2="35528"/>
                        <a14:backgroundMark x1="61721" y1="35528" x2="63261" y2="35528"/>
                        <a14:backgroundMark x1="65010" y1="35404" x2="65570" y2="35155"/>
                        <a14:backgroundMark x1="65640" y1="35155" x2="65640" y2="35155"/>
                        <a14:backgroundMark x1="65640" y1="35155" x2="65640" y2="35155"/>
                        <a14:backgroundMark x1="47166" y1="67826" x2="52694" y2="68323"/>
                        <a14:backgroundMark x1="53534" y1="58012" x2="53394" y2="68696"/>
                        <a14:backgroundMark x1="52064" y1="56025" x2="53604" y2="57888"/>
                        <a14:backgroundMark x1="53884" y1="48323" x2="53797" y2="52547"/>
                        <a14:backgroundMark x1="54444" y1="55500" x2="55003" y2="55280"/>
                        <a14:backgroundMark x1="55423" y1="55155" x2="58642" y2="54907"/>
                        <a14:backgroundMark x1="58642" y1="54907" x2="59902" y2="55031"/>
                        <a14:backgroundMark x1="60182" y1="46087" x2="60252" y2="54161"/>
                        <a14:backgroundMark x1="62841" y1="45093" x2="66620" y2="51180"/>
                        <a14:backgroundMark x1="53814" y1="53168" x2="53954" y2="55528"/>
                        <a14:backgroundMark x1="53744" y1="47950" x2="53744" y2="48571"/>
                        <a14:backgroundMark x1="52974" y1="47950" x2="53044" y2="48571"/>
                        <a14:backgroundMark x1="53114" y1="52671" x2="53184" y2="56522"/>
                        <a14:backgroundMark x1="53324" y1="48075" x2="53254" y2="53416"/>
                        <a14:backgroundMark x1="53114" y1="48944" x2="53044" y2="50932"/>
                        <a14:backgroundMark x1="53324" y1="47826" x2="53324" y2="47826"/>
                        <a14:backgroundMark x1="53394" y1="47826" x2="53604" y2="47826"/>
                        <a14:backgroundMark x1="54234" y1="56522" x2="59132" y2="563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63203" y="3782695"/>
            <a:ext cx="21405752" cy="120585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75443D-B2D5-E4DF-DC91-BAE32CCA31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6905" y="27802837"/>
            <a:ext cx="2173302" cy="21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96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322</TotalTime>
  <Words>262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Cole</dc:creator>
  <cp:lastModifiedBy>Oliver Cole</cp:lastModifiedBy>
  <cp:revision>2</cp:revision>
  <dcterms:created xsi:type="dcterms:W3CDTF">2026-04-20T19:14:08Z</dcterms:created>
  <dcterms:modified xsi:type="dcterms:W3CDTF">2026-04-21T13:49:47Z</dcterms:modified>
</cp:coreProperties>
</file>