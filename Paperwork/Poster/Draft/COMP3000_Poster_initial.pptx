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42803763"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3EE"/>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21" d="100"/>
          <a:sy n="21" d="100"/>
        </p:scale>
        <p:origin x="30"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er Cole" userId="4b287ee3a7bb5ca4" providerId="LiveId" clId="{F328BEDD-5CDF-471F-A953-E9E9A350E71D}"/>
    <pc:docChg chg="undo custSel modSld modMainMaster">
      <pc:chgData name="Oliver Cole" userId="4b287ee3a7bb5ca4" providerId="LiveId" clId="{F328BEDD-5CDF-471F-A953-E9E9A350E71D}" dt="2026-04-20T23:59:40.340" v="654" actId="20577"/>
      <pc:docMkLst>
        <pc:docMk/>
      </pc:docMkLst>
      <pc:sldChg chg="modSp mod">
        <pc:chgData name="Oliver Cole" userId="4b287ee3a7bb5ca4" providerId="LiveId" clId="{F328BEDD-5CDF-471F-A953-E9E9A350E71D}" dt="2026-04-20T23:59:40.340" v="654" actId="20577"/>
        <pc:sldMkLst>
          <pc:docMk/>
          <pc:sldMk cId="4184839201" sldId="257"/>
        </pc:sldMkLst>
        <pc:spChg chg="mod">
          <ac:chgData name="Oliver Cole" userId="4b287ee3a7bb5ca4" providerId="LiveId" clId="{F328BEDD-5CDF-471F-A953-E9E9A350E71D}" dt="2026-04-20T23:59:40.340" v="654" actId="20577"/>
          <ac:spMkLst>
            <pc:docMk/>
            <pc:sldMk cId="4184839201" sldId="257"/>
            <ac:spMk id="23" creationId="{08A31CEF-96E9-4A85-9E42-DAB6BF40E63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282" y="4954765"/>
            <a:ext cx="36383199" cy="10540259"/>
          </a:xfrm>
        </p:spPr>
        <p:txBody>
          <a:bodyPr anchor="b"/>
          <a:lstStyle>
            <a:lvl1pPr algn="ctr">
              <a:defRPr sz="26488"/>
            </a:lvl1pPr>
          </a:lstStyle>
          <a:p>
            <a:r>
              <a:rPr lang="en-GB"/>
              <a:t>Click to edit Master title style</a:t>
            </a:r>
            <a:endParaRPr lang="en-US" dirty="0"/>
          </a:p>
        </p:txBody>
      </p:sp>
      <p:sp>
        <p:nvSpPr>
          <p:cNvPr id="3" name="Subtitle 2"/>
          <p:cNvSpPr>
            <a:spLocks noGrp="1"/>
          </p:cNvSpPr>
          <p:nvPr>
            <p:ph type="subTitle" idx="1"/>
          </p:nvPr>
        </p:nvSpPr>
        <p:spPr>
          <a:xfrm>
            <a:off x="5350471" y="15901497"/>
            <a:ext cx="32102822" cy="7309499"/>
          </a:xfrm>
        </p:spPr>
        <p:txBody>
          <a:bodyPr/>
          <a:lstStyle>
            <a:lvl1pPr marL="0" indent="0" algn="ctr">
              <a:buNone/>
              <a:defRPr sz="10595"/>
            </a:lvl1pPr>
            <a:lvl2pPr marL="2018355" indent="0" algn="ctr">
              <a:buNone/>
              <a:defRPr sz="8829"/>
            </a:lvl2pPr>
            <a:lvl3pPr marL="4036710" indent="0" algn="ctr">
              <a:buNone/>
              <a:defRPr sz="7946"/>
            </a:lvl3pPr>
            <a:lvl4pPr marL="6055065" indent="0" algn="ctr">
              <a:buNone/>
              <a:defRPr sz="7063"/>
            </a:lvl4pPr>
            <a:lvl5pPr marL="8073420" indent="0" algn="ctr">
              <a:buNone/>
              <a:defRPr sz="7063"/>
            </a:lvl5pPr>
            <a:lvl6pPr marL="10091776" indent="0" algn="ctr">
              <a:buNone/>
              <a:defRPr sz="7063"/>
            </a:lvl6pPr>
            <a:lvl7pPr marL="12110131" indent="0" algn="ctr">
              <a:buNone/>
              <a:defRPr sz="7063"/>
            </a:lvl7pPr>
            <a:lvl8pPr marL="14128486" indent="0" algn="ctr">
              <a:buNone/>
              <a:defRPr sz="7063"/>
            </a:lvl8pPr>
            <a:lvl9pPr marL="16146841" indent="0" algn="ctr">
              <a:buNone/>
              <a:defRPr sz="706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8787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80719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20467" y="7547788"/>
            <a:ext cx="36918246" cy="12593645"/>
          </a:xfrm>
        </p:spPr>
        <p:txBody>
          <a:bodyPr anchor="b"/>
          <a:lstStyle>
            <a:lvl1pPr>
              <a:defRPr sz="26488"/>
            </a:lvl1pPr>
          </a:lstStyle>
          <a:p>
            <a:r>
              <a:rPr lang="en-GB"/>
              <a:t>Click to edit Master title style</a:t>
            </a:r>
            <a:endParaRPr lang="en-US" dirty="0"/>
          </a:p>
        </p:txBody>
      </p:sp>
      <p:sp>
        <p:nvSpPr>
          <p:cNvPr id="3" name="Text Placeholder 2"/>
          <p:cNvSpPr>
            <a:spLocks noGrp="1"/>
          </p:cNvSpPr>
          <p:nvPr>
            <p:ph type="body" idx="1"/>
          </p:nvPr>
        </p:nvSpPr>
        <p:spPr>
          <a:xfrm>
            <a:off x="2920467" y="20260574"/>
            <a:ext cx="36918246" cy="6622701"/>
          </a:xfrm>
        </p:spPr>
        <p:txBody>
          <a:bodyPr/>
          <a:lstStyle>
            <a:lvl1pPr marL="0" indent="0">
              <a:buNone/>
              <a:defRPr sz="10595">
                <a:solidFill>
                  <a:schemeClr val="tx1">
                    <a:tint val="82000"/>
                  </a:schemeClr>
                </a:solidFill>
              </a:defRPr>
            </a:lvl1pPr>
            <a:lvl2pPr marL="2018355" indent="0">
              <a:buNone/>
              <a:defRPr sz="8829">
                <a:solidFill>
                  <a:schemeClr val="tx1">
                    <a:tint val="82000"/>
                  </a:schemeClr>
                </a:solidFill>
              </a:defRPr>
            </a:lvl2pPr>
            <a:lvl3pPr marL="4036710" indent="0">
              <a:buNone/>
              <a:defRPr sz="7946">
                <a:solidFill>
                  <a:schemeClr val="tx1">
                    <a:tint val="82000"/>
                  </a:schemeClr>
                </a:solidFill>
              </a:defRPr>
            </a:lvl3pPr>
            <a:lvl4pPr marL="6055065" indent="0">
              <a:buNone/>
              <a:defRPr sz="7063">
                <a:solidFill>
                  <a:schemeClr val="tx1">
                    <a:tint val="82000"/>
                  </a:schemeClr>
                </a:solidFill>
              </a:defRPr>
            </a:lvl4pPr>
            <a:lvl5pPr marL="8073420" indent="0">
              <a:buNone/>
              <a:defRPr sz="7063">
                <a:solidFill>
                  <a:schemeClr val="tx1">
                    <a:tint val="82000"/>
                  </a:schemeClr>
                </a:solidFill>
              </a:defRPr>
            </a:lvl5pPr>
            <a:lvl6pPr marL="10091776" indent="0">
              <a:buNone/>
              <a:defRPr sz="7063">
                <a:solidFill>
                  <a:schemeClr val="tx1">
                    <a:tint val="82000"/>
                  </a:schemeClr>
                </a:solidFill>
              </a:defRPr>
            </a:lvl6pPr>
            <a:lvl7pPr marL="12110131" indent="0">
              <a:buNone/>
              <a:defRPr sz="7063">
                <a:solidFill>
                  <a:schemeClr val="tx1">
                    <a:tint val="82000"/>
                  </a:schemeClr>
                </a:solidFill>
              </a:defRPr>
            </a:lvl7pPr>
            <a:lvl8pPr marL="14128486" indent="0">
              <a:buNone/>
              <a:defRPr sz="7063">
                <a:solidFill>
                  <a:schemeClr val="tx1">
                    <a:tint val="82000"/>
                  </a:schemeClr>
                </a:solidFill>
              </a:defRPr>
            </a:lvl8pPr>
            <a:lvl9pPr marL="16146841" indent="0">
              <a:buNone/>
              <a:defRPr sz="7063">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32937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942759" y="8059374"/>
            <a:ext cx="18191599"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21669405" y="8059374"/>
            <a:ext cx="18191599"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259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48334" y="1611882"/>
            <a:ext cx="36918246"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948339" y="7421634"/>
            <a:ext cx="18107995"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GB"/>
              <a:t>Click to edit Master text styles</a:t>
            </a:r>
          </a:p>
        </p:txBody>
      </p:sp>
      <p:sp>
        <p:nvSpPr>
          <p:cNvPr id="4" name="Content Placeholder 3"/>
          <p:cNvSpPr>
            <a:spLocks noGrp="1"/>
          </p:cNvSpPr>
          <p:nvPr>
            <p:ph sz="half" idx="2"/>
          </p:nvPr>
        </p:nvSpPr>
        <p:spPr>
          <a:xfrm>
            <a:off x="2948339" y="11058863"/>
            <a:ext cx="18107995"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21669408" y="7421634"/>
            <a:ext cx="18197174"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GB"/>
              <a:t>Click to edit Master text styles</a:t>
            </a:r>
          </a:p>
        </p:txBody>
      </p:sp>
      <p:sp>
        <p:nvSpPr>
          <p:cNvPr id="6" name="Content Placeholder 5"/>
          <p:cNvSpPr>
            <a:spLocks noGrp="1"/>
          </p:cNvSpPr>
          <p:nvPr>
            <p:ph sz="quarter" idx="4"/>
          </p:nvPr>
        </p:nvSpPr>
        <p:spPr>
          <a:xfrm>
            <a:off x="21669408" y="11058863"/>
            <a:ext cx="181971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97702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605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6077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GB"/>
              <a:t>Click to edit Master title style</a:t>
            </a:r>
            <a:endParaRPr lang="en-US" dirty="0"/>
          </a:p>
        </p:txBody>
      </p:sp>
      <p:sp>
        <p:nvSpPr>
          <p:cNvPr id="3" name="Content Placeholder 2"/>
          <p:cNvSpPr>
            <a:spLocks noGrp="1"/>
          </p:cNvSpPr>
          <p:nvPr>
            <p:ph idx="1"/>
          </p:nvPr>
        </p:nvSpPr>
        <p:spPr>
          <a:xfrm>
            <a:off x="18197174" y="4359077"/>
            <a:ext cx="21669405" cy="21515024"/>
          </a:xfrm>
        </p:spPr>
        <p:txBody>
          <a:bodyPr/>
          <a:lstStyle>
            <a:lvl1pPr>
              <a:defRPr sz="14127"/>
            </a:lvl1pPr>
            <a:lvl2pPr>
              <a:defRPr sz="12361"/>
            </a:lvl2pPr>
            <a:lvl3pPr>
              <a:defRPr sz="10595"/>
            </a:lvl3pPr>
            <a:lvl4pPr>
              <a:defRPr sz="8829"/>
            </a:lvl4pPr>
            <a:lvl5pPr>
              <a:defRPr sz="8829"/>
            </a:lvl5pPr>
            <a:lvl6pPr>
              <a:defRPr sz="8829"/>
            </a:lvl6pPr>
            <a:lvl7pPr>
              <a:defRPr sz="8829"/>
            </a:lvl7pPr>
            <a:lvl8pPr>
              <a:defRPr sz="8829"/>
            </a:lvl8pPr>
            <a:lvl9pPr>
              <a:defRPr sz="882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04237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en-GB"/>
              <a:t>Click to edit Master title style</a:t>
            </a:r>
            <a:endParaRPr lang="en-US" dirty="0"/>
          </a:p>
        </p:txBody>
      </p:sp>
      <p:sp>
        <p:nvSpPr>
          <p:cNvPr id="3" name="Picture Placeholder 2"/>
          <p:cNvSpPr>
            <a:spLocks noGrp="1" noChangeAspect="1"/>
          </p:cNvSpPr>
          <p:nvPr>
            <p:ph type="pic" idx="1"/>
          </p:nvPr>
        </p:nvSpPr>
        <p:spPr>
          <a:xfrm>
            <a:off x="18197174" y="4359077"/>
            <a:ext cx="21669405" cy="21515024"/>
          </a:xfrm>
        </p:spPr>
        <p:txBody>
          <a:bodyPr anchor="t"/>
          <a:lstStyle>
            <a:lvl1pPr marL="0" indent="0">
              <a:buNone/>
              <a:defRPr sz="14127"/>
            </a:lvl1pPr>
            <a:lvl2pPr marL="2018355" indent="0">
              <a:buNone/>
              <a:defRPr sz="12361"/>
            </a:lvl2pPr>
            <a:lvl3pPr marL="4036710" indent="0">
              <a:buNone/>
              <a:defRPr sz="10595"/>
            </a:lvl3pPr>
            <a:lvl4pPr marL="6055065" indent="0">
              <a:buNone/>
              <a:defRPr sz="8829"/>
            </a:lvl4pPr>
            <a:lvl5pPr marL="8073420" indent="0">
              <a:buNone/>
              <a:defRPr sz="8829"/>
            </a:lvl5pPr>
            <a:lvl6pPr marL="10091776" indent="0">
              <a:buNone/>
              <a:defRPr sz="8829"/>
            </a:lvl6pPr>
            <a:lvl7pPr marL="12110131" indent="0">
              <a:buNone/>
              <a:defRPr sz="8829"/>
            </a:lvl7pPr>
            <a:lvl8pPr marL="14128486" indent="0">
              <a:buNone/>
              <a:defRPr sz="8829"/>
            </a:lvl8pPr>
            <a:lvl9pPr marL="16146841" indent="0">
              <a:buNone/>
              <a:defRPr sz="8829"/>
            </a:lvl9pPr>
          </a:lstStyle>
          <a:p>
            <a:r>
              <a:rPr lang="en-GB"/>
              <a:t>Click icon to add picture</a:t>
            </a:r>
            <a:endParaRPr lang="en-US" dirty="0"/>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94523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12755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31445" y="1611875"/>
            <a:ext cx="9229561"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942761" y="1611875"/>
            <a:ext cx="271536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87620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2759" y="1611882"/>
            <a:ext cx="36918246"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942759" y="8059374"/>
            <a:ext cx="36918246"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942759" y="28060644"/>
            <a:ext cx="9630847" cy="1611875"/>
          </a:xfrm>
          <a:prstGeom prst="rect">
            <a:avLst/>
          </a:prstGeom>
        </p:spPr>
        <p:txBody>
          <a:bodyPr vert="horz" lIns="91440" tIns="45720" rIns="91440" bIns="45720" rtlCol="0" anchor="ctr"/>
          <a:lstStyle>
            <a:lvl1pPr algn="l">
              <a:defRPr sz="5298">
                <a:solidFill>
                  <a:schemeClr val="tx1">
                    <a:tint val="82000"/>
                  </a:schemeClr>
                </a:solidFill>
              </a:defRPr>
            </a:lvl1pPr>
          </a:lstStyle>
          <a:p>
            <a:fld id="{846CE7D5-CF57-46EF-B807-FDD0502418D4}" type="datetimeFigureOut">
              <a:rPr lang="en-US" smtClean="0"/>
              <a:t>4/20/2026</a:t>
            </a:fld>
            <a:endParaRPr lang="en-US"/>
          </a:p>
        </p:txBody>
      </p:sp>
      <p:sp>
        <p:nvSpPr>
          <p:cNvPr id="5" name="Footer Placeholder 4"/>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5298">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230157" y="28060644"/>
            <a:ext cx="9630847" cy="1611875"/>
          </a:xfrm>
          <a:prstGeom prst="rect">
            <a:avLst/>
          </a:prstGeom>
        </p:spPr>
        <p:txBody>
          <a:bodyPr vert="horz" lIns="91440" tIns="45720" rIns="91440" bIns="45720" rtlCol="0" anchor="ctr"/>
          <a:lstStyle>
            <a:lvl1pPr algn="r">
              <a:defRPr sz="5298">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3997050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036710" rtl="0" eaLnBrk="1" latinLnBrk="0" hangingPunct="1">
        <a:lnSpc>
          <a:spcPct val="90000"/>
        </a:lnSpc>
        <a:spcBef>
          <a:spcPct val="0"/>
        </a:spcBef>
        <a:buNone/>
        <a:defRPr sz="19424" kern="1200">
          <a:solidFill>
            <a:schemeClr val="tx1"/>
          </a:solidFill>
          <a:latin typeface="+mj-lt"/>
          <a:ea typeface="+mj-ea"/>
          <a:cs typeface="+mj-cs"/>
        </a:defRPr>
      </a:lvl1pPr>
    </p:titleStyle>
    <p:bodyStyle>
      <a:lvl1pPr marL="1009178" indent="-1009178" algn="l" defTabSz="4036710" rtl="0" eaLnBrk="1" latinLnBrk="0" hangingPunct="1">
        <a:lnSpc>
          <a:spcPct val="90000"/>
        </a:lnSpc>
        <a:spcBef>
          <a:spcPts val="4415"/>
        </a:spcBef>
        <a:buFont typeface="Arial" panose="020B0604020202020204" pitchFamily="34" charset="0"/>
        <a:buChar char="•"/>
        <a:defRPr sz="12361" kern="1200">
          <a:solidFill>
            <a:schemeClr val="tx1"/>
          </a:solidFill>
          <a:latin typeface="+mn-lt"/>
          <a:ea typeface="+mn-ea"/>
          <a:cs typeface="+mn-cs"/>
        </a:defRPr>
      </a:lvl1pPr>
      <a:lvl2pPr marL="3027533" indent="-1009178" algn="l" defTabSz="4036710" rtl="0" eaLnBrk="1" latinLnBrk="0" hangingPunct="1">
        <a:lnSpc>
          <a:spcPct val="90000"/>
        </a:lnSpc>
        <a:spcBef>
          <a:spcPts val="2207"/>
        </a:spcBef>
        <a:buFont typeface="Arial" panose="020B0604020202020204" pitchFamily="34" charset="0"/>
        <a:buChar char="•"/>
        <a:defRPr sz="10595" kern="1200">
          <a:solidFill>
            <a:schemeClr val="tx1"/>
          </a:solidFill>
          <a:latin typeface="+mn-lt"/>
          <a:ea typeface="+mn-ea"/>
          <a:cs typeface="+mn-cs"/>
        </a:defRPr>
      </a:lvl2pPr>
      <a:lvl3pPr marL="5045888" indent="-1009178" algn="l" defTabSz="4036710" rtl="0" eaLnBrk="1" latinLnBrk="0" hangingPunct="1">
        <a:lnSpc>
          <a:spcPct val="90000"/>
        </a:lnSpc>
        <a:spcBef>
          <a:spcPts val="2207"/>
        </a:spcBef>
        <a:buFont typeface="Arial" panose="020B0604020202020204" pitchFamily="34" charset="0"/>
        <a:buChar char="•"/>
        <a:defRPr sz="8829" kern="1200">
          <a:solidFill>
            <a:schemeClr val="tx1"/>
          </a:solidFill>
          <a:latin typeface="+mn-lt"/>
          <a:ea typeface="+mn-ea"/>
          <a:cs typeface="+mn-cs"/>
        </a:defRPr>
      </a:lvl3pPr>
      <a:lvl4pPr marL="706424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4pPr>
      <a:lvl5pPr marL="908259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5pPr>
      <a:lvl6pPr marL="1110095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6pPr>
      <a:lvl7pPr marL="1311930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7pPr>
      <a:lvl8pPr marL="1513766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8pPr>
      <a:lvl9pPr marL="17156019"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mailto:oliver.cole@students.plymouth.ac.uk" TargetMode="Externa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662C72F-8257-3A69-187F-4C3115434B21}"/>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flipV="1">
            <a:off x="-74630" y="0"/>
            <a:ext cx="43242686" cy="27905045"/>
          </a:xfrm>
          <a:prstGeom prst="rect">
            <a:avLst/>
          </a:prstGeom>
        </p:spPr>
      </p:pic>
      <p:pic>
        <p:nvPicPr>
          <p:cNvPr id="4" name="Picture 3" descr="A cartoon character in a room&#10;&#10;AI-generated content may be incorrect.">
            <a:extLst>
              <a:ext uri="{FF2B5EF4-FFF2-40B4-BE49-F238E27FC236}">
                <a16:creationId xmlns:a16="http://schemas.microsoft.com/office/drawing/2014/main" id="{B47EC667-580C-CA76-2E4B-F4DC85C9C4BE}"/>
              </a:ext>
            </a:extLst>
          </p:cNvPr>
          <p:cNvPicPr>
            <a:picLocks noChangeAspect="1"/>
          </p:cNvPicPr>
          <p:nvPr/>
        </p:nvPicPr>
        <p:blipFill>
          <a:blip r:embed="rId3"/>
          <a:srcRect l="32986" t="13279" r="28228" b="17407"/>
          <a:stretch>
            <a:fillRect/>
          </a:stretch>
        </p:blipFill>
        <p:spPr>
          <a:xfrm>
            <a:off x="142250" y="7643034"/>
            <a:ext cx="9630847" cy="9638052"/>
          </a:xfrm>
          <a:prstGeom prst="rect">
            <a:avLst/>
          </a:prstGeom>
        </p:spPr>
      </p:pic>
      <p:sp>
        <p:nvSpPr>
          <p:cNvPr id="7" name="Rectangle 6">
            <a:extLst>
              <a:ext uri="{FF2B5EF4-FFF2-40B4-BE49-F238E27FC236}">
                <a16:creationId xmlns:a16="http://schemas.microsoft.com/office/drawing/2014/main" id="{A2BF0F11-3ECC-375E-CDF7-6A709DAD28F5}"/>
              </a:ext>
            </a:extLst>
          </p:cNvPr>
          <p:cNvSpPr/>
          <p:nvPr/>
        </p:nvSpPr>
        <p:spPr>
          <a:xfrm>
            <a:off x="-74630" y="27449694"/>
            <a:ext cx="43441265" cy="291057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pic>
        <p:nvPicPr>
          <p:cNvPr id="8" name="Picture 7">
            <a:extLst>
              <a:ext uri="{FF2B5EF4-FFF2-40B4-BE49-F238E27FC236}">
                <a16:creationId xmlns:a16="http://schemas.microsoft.com/office/drawing/2014/main" id="{07956720-68CF-E249-98CE-D2E576BE44B5}"/>
              </a:ext>
            </a:extLst>
          </p:cNvPr>
          <p:cNvPicPr>
            <a:picLocks noChangeAspect="1"/>
          </p:cNvPicPr>
          <p:nvPr/>
        </p:nvPicPr>
        <p:blipFill>
          <a:blip r:embed="rId4"/>
          <a:stretch>
            <a:fillRect/>
          </a:stretch>
        </p:blipFill>
        <p:spPr>
          <a:xfrm>
            <a:off x="142250" y="27834973"/>
            <a:ext cx="10357668" cy="2140013"/>
          </a:xfrm>
          <a:prstGeom prst="rect">
            <a:avLst/>
          </a:prstGeom>
        </p:spPr>
      </p:pic>
      <p:pic>
        <p:nvPicPr>
          <p:cNvPr id="9" name="Picture 8">
            <a:extLst>
              <a:ext uri="{FF2B5EF4-FFF2-40B4-BE49-F238E27FC236}">
                <a16:creationId xmlns:a16="http://schemas.microsoft.com/office/drawing/2014/main" id="{A10C9EF2-1EA7-38D0-365C-77C7E18117CD}"/>
              </a:ext>
            </a:extLst>
          </p:cNvPr>
          <p:cNvPicPr>
            <a:picLocks noChangeAspect="1"/>
          </p:cNvPicPr>
          <p:nvPr/>
        </p:nvPicPr>
        <p:blipFill>
          <a:blip r:embed="rId5"/>
          <a:stretch>
            <a:fillRect/>
          </a:stretch>
        </p:blipFill>
        <p:spPr>
          <a:xfrm>
            <a:off x="40257484" y="27449693"/>
            <a:ext cx="2910572" cy="2910572"/>
          </a:xfrm>
          <a:prstGeom prst="rect">
            <a:avLst/>
          </a:prstGeom>
        </p:spPr>
      </p:pic>
      <p:sp>
        <p:nvSpPr>
          <p:cNvPr id="10" name="TextBox 9">
            <a:extLst>
              <a:ext uri="{FF2B5EF4-FFF2-40B4-BE49-F238E27FC236}">
                <a16:creationId xmlns:a16="http://schemas.microsoft.com/office/drawing/2014/main" id="{CBF703EF-A29F-58E4-1243-5A3126741FD1}"/>
              </a:ext>
            </a:extLst>
          </p:cNvPr>
          <p:cNvSpPr txBox="1"/>
          <p:nvPr/>
        </p:nvSpPr>
        <p:spPr>
          <a:xfrm>
            <a:off x="10716798" y="27802317"/>
            <a:ext cx="28380201" cy="2308324"/>
          </a:xfrm>
          <a:prstGeom prst="rect">
            <a:avLst/>
          </a:prstGeom>
          <a:noFill/>
        </p:spPr>
        <p:txBody>
          <a:bodyPr wrap="square" rtlCol="0">
            <a:spAutoFit/>
          </a:bodyPr>
          <a:lstStyle/>
          <a:p>
            <a:r>
              <a:rPr lang="en-GB" sz="7200" dirty="0">
                <a:solidFill>
                  <a:schemeClr val="bg2">
                    <a:lumMod val="90000"/>
                  </a:schemeClr>
                </a:solidFill>
              </a:rPr>
              <a:t>Oliver Cole	</a:t>
            </a:r>
            <a:r>
              <a:rPr lang="en-GB" sz="7200" dirty="0">
                <a:solidFill>
                  <a:schemeClr val="bg2">
                    <a:lumMod val="90000"/>
                  </a:schemeClr>
                </a:solidFill>
                <a:hlinkClick r:id="rId6">
                  <a:extLst>
                    <a:ext uri="{A12FA001-AC4F-418D-AE19-62706E023703}">
                      <ahyp:hlinkClr xmlns:ahyp="http://schemas.microsoft.com/office/drawing/2018/hyperlinkcolor" val="tx"/>
                    </a:ext>
                  </a:extLst>
                </a:hlinkClick>
              </a:rPr>
              <a:t>oliver.cole@students.plymouth.ac.uk</a:t>
            </a:r>
            <a:r>
              <a:rPr lang="en-GB" sz="7200" dirty="0">
                <a:solidFill>
                  <a:schemeClr val="bg2">
                    <a:lumMod val="90000"/>
                  </a:schemeClr>
                </a:solidFill>
              </a:rPr>
              <a:t> </a:t>
            </a:r>
          </a:p>
          <a:p>
            <a:r>
              <a:rPr lang="en-GB" sz="7200" dirty="0">
                <a:solidFill>
                  <a:schemeClr val="bg2">
                    <a:lumMod val="90000"/>
                  </a:schemeClr>
                </a:solidFill>
              </a:rPr>
              <a:t>BSc (Hons) Computer Science (Games Development)</a:t>
            </a:r>
          </a:p>
        </p:txBody>
      </p:sp>
      <p:pic>
        <p:nvPicPr>
          <p:cNvPr id="14" name="Picture 13">
            <a:extLst>
              <a:ext uri="{FF2B5EF4-FFF2-40B4-BE49-F238E27FC236}">
                <a16:creationId xmlns:a16="http://schemas.microsoft.com/office/drawing/2014/main" id="{A3B37057-6FFF-E74D-944B-54167C008B2E}"/>
              </a:ext>
            </a:extLst>
          </p:cNvPr>
          <p:cNvPicPr>
            <a:picLocks noChangeAspect="1"/>
          </p:cNvPicPr>
          <p:nvPr/>
        </p:nvPicPr>
        <p:blipFill>
          <a:blip r:embed="rId7"/>
          <a:stretch>
            <a:fillRect/>
          </a:stretch>
        </p:blipFill>
        <p:spPr>
          <a:xfrm>
            <a:off x="10173927" y="4948239"/>
            <a:ext cx="21888762" cy="12332846"/>
          </a:xfrm>
          <a:prstGeom prst="rect">
            <a:avLst/>
          </a:prstGeom>
        </p:spPr>
      </p:pic>
      <p:pic>
        <p:nvPicPr>
          <p:cNvPr id="19" name="Picture 18">
            <a:extLst>
              <a:ext uri="{FF2B5EF4-FFF2-40B4-BE49-F238E27FC236}">
                <a16:creationId xmlns:a16="http://schemas.microsoft.com/office/drawing/2014/main" id="{EDB4A68D-9570-6172-453E-59750B3115B5}"/>
              </a:ext>
            </a:extLst>
          </p:cNvPr>
          <p:cNvPicPr>
            <a:picLocks noChangeAspect="1"/>
          </p:cNvPicPr>
          <p:nvPr/>
        </p:nvPicPr>
        <p:blipFill>
          <a:blip r:embed="rId8"/>
          <a:stretch>
            <a:fillRect/>
          </a:stretch>
        </p:blipFill>
        <p:spPr>
          <a:xfrm>
            <a:off x="32130675" y="14777189"/>
            <a:ext cx="10776943" cy="12058524"/>
          </a:xfrm>
          <a:prstGeom prst="rect">
            <a:avLst/>
          </a:prstGeom>
        </p:spPr>
      </p:pic>
      <p:pic>
        <p:nvPicPr>
          <p:cNvPr id="15" name="Picture 14">
            <a:extLst>
              <a:ext uri="{FF2B5EF4-FFF2-40B4-BE49-F238E27FC236}">
                <a16:creationId xmlns:a16="http://schemas.microsoft.com/office/drawing/2014/main" id="{87D7CE04-BE61-A37A-2A22-41CD42E50AF8}"/>
              </a:ext>
            </a:extLst>
          </p:cNvPr>
          <p:cNvPicPr>
            <a:picLocks noChangeAspect="1"/>
          </p:cNvPicPr>
          <p:nvPr/>
        </p:nvPicPr>
        <p:blipFill>
          <a:blip r:embed="rId8"/>
          <a:srcRect b="8994"/>
          <a:stretch>
            <a:fillRect/>
          </a:stretch>
        </p:blipFill>
        <p:spPr>
          <a:xfrm>
            <a:off x="32130682" y="10200583"/>
            <a:ext cx="10776943" cy="10973969"/>
          </a:xfrm>
          <a:prstGeom prst="rect">
            <a:avLst/>
          </a:prstGeom>
        </p:spPr>
      </p:pic>
      <p:sp>
        <p:nvSpPr>
          <p:cNvPr id="22" name="Speech Bubble: Rectangle 21">
            <a:extLst>
              <a:ext uri="{FF2B5EF4-FFF2-40B4-BE49-F238E27FC236}">
                <a16:creationId xmlns:a16="http://schemas.microsoft.com/office/drawing/2014/main" id="{C7C4E947-AE98-5AB4-A3E3-615005286FCD}"/>
              </a:ext>
            </a:extLst>
          </p:cNvPr>
          <p:cNvSpPr/>
          <p:nvPr/>
        </p:nvSpPr>
        <p:spPr>
          <a:xfrm>
            <a:off x="115331" y="129172"/>
            <a:ext cx="9630847" cy="7239643"/>
          </a:xfrm>
          <a:prstGeom prst="wedgeRectCallout">
            <a:avLst>
              <a:gd name="adj1" fmla="val 8897"/>
              <a:gd name="adj2" fmla="val 84080"/>
            </a:avLst>
          </a:prstGeom>
          <a:solidFill>
            <a:srgbClr val="FFFF00">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sp>
        <p:nvSpPr>
          <p:cNvPr id="20" name="TextBox 19">
            <a:extLst>
              <a:ext uri="{FF2B5EF4-FFF2-40B4-BE49-F238E27FC236}">
                <a16:creationId xmlns:a16="http://schemas.microsoft.com/office/drawing/2014/main" id="{24110D03-9D7F-C85E-EAED-3C7FB2F1160C}"/>
              </a:ext>
            </a:extLst>
          </p:cNvPr>
          <p:cNvSpPr txBox="1"/>
          <p:nvPr/>
        </p:nvSpPr>
        <p:spPr>
          <a:xfrm>
            <a:off x="525378" y="623361"/>
            <a:ext cx="9054642" cy="6251263"/>
          </a:xfrm>
          <a:prstGeom prst="rect">
            <a:avLst/>
          </a:prstGeom>
          <a:noFill/>
        </p:spPr>
        <p:txBody>
          <a:bodyPr wrap="square" rtlCol="0">
            <a:spAutoFit/>
          </a:bodyPr>
          <a:lstStyle/>
          <a:p>
            <a:r>
              <a:rPr lang="en-GB" sz="5617" b="1" dirty="0"/>
              <a:t>Meet Rory, your new boss.</a:t>
            </a:r>
          </a:p>
          <a:p>
            <a:endParaRPr lang="en-GB" sz="4915" dirty="0"/>
          </a:p>
          <a:p>
            <a:r>
              <a:rPr lang="en-GB" sz="4915" dirty="0"/>
              <a:t>He’s in charge of an office full of broken systems, so naturally, it's your problem now. Your role is to use digital logic and problem-solving skills to bring order to this chaotic office.</a:t>
            </a:r>
          </a:p>
        </p:txBody>
      </p:sp>
      <p:sp>
        <p:nvSpPr>
          <p:cNvPr id="24" name="Double Brace 23">
            <a:extLst>
              <a:ext uri="{FF2B5EF4-FFF2-40B4-BE49-F238E27FC236}">
                <a16:creationId xmlns:a16="http://schemas.microsoft.com/office/drawing/2014/main" id="{611ADE87-6A4E-AB71-59C1-6324DE3FA0AA}"/>
              </a:ext>
            </a:extLst>
          </p:cNvPr>
          <p:cNvSpPr/>
          <p:nvPr/>
        </p:nvSpPr>
        <p:spPr>
          <a:xfrm>
            <a:off x="525378" y="18105349"/>
            <a:ext cx="31344867" cy="8730364"/>
          </a:xfrm>
          <a:prstGeom prst="bracePair">
            <a:avLst/>
          </a:prstGeom>
          <a:solidFill>
            <a:schemeClr val="tx1">
              <a:lumMod val="50000"/>
              <a:lumOff val="50000"/>
            </a:schemeClr>
          </a:solid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24228" dirty="0"/>
          </a:p>
        </p:txBody>
      </p:sp>
      <p:sp>
        <p:nvSpPr>
          <p:cNvPr id="23" name="TextBox 22">
            <a:extLst>
              <a:ext uri="{FF2B5EF4-FFF2-40B4-BE49-F238E27FC236}">
                <a16:creationId xmlns:a16="http://schemas.microsoft.com/office/drawing/2014/main" id="{08A31CEF-96E9-4A85-9E42-DAB6BF40E63D}"/>
              </a:ext>
            </a:extLst>
          </p:cNvPr>
          <p:cNvSpPr txBox="1"/>
          <p:nvPr/>
        </p:nvSpPr>
        <p:spPr>
          <a:xfrm>
            <a:off x="1550220" y="19071793"/>
            <a:ext cx="29295182" cy="7223837"/>
          </a:xfrm>
          <a:prstGeom prst="rect">
            <a:avLst/>
          </a:prstGeom>
          <a:noFill/>
        </p:spPr>
        <p:txBody>
          <a:bodyPr wrap="square" rtlCol="0">
            <a:spAutoFit/>
          </a:bodyPr>
          <a:lstStyle/>
          <a:p>
            <a:r>
              <a:rPr lang="en-GB" sz="4213" dirty="0"/>
              <a:t>The central gameplay mechanic is a grid-based puzzle system in which the player places signal blocks, connectors and logic modules to create a functioning circuit. Each level presents a desired outcome and requires the player to arrange components so that the correct values to reach the output node. This transforms digital logic from an abstract concept into an interactive activity.</a:t>
            </a:r>
          </a:p>
          <a:p>
            <a:endParaRPr lang="en-GB" sz="4213" dirty="0"/>
          </a:p>
          <a:p>
            <a:r>
              <a:rPr lang="en-GB" sz="4213" dirty="0"/>
              <a:t>When the player selects </a:t>
            </a:r>
            <a:r>
              <a:rPr lang="en-GB" sz="4213" b="1" i="1" dirty="0"/>
              <a:t>test solution</a:t>
            </a:r>
            <a:r>
              <a:rPr lang="en-GB" sz="4213" dirty="0"/>
              <a:t>, signal propagation begins. Value blocks emit their binary signal into the circuit, while connectors carry the signal through the grid to the logic components. These evaluate the signals according to their gate type before passing the signal onwards to the output slot. If the signal matches the outputs slot’s required value, the puzzle is completed. If not, then the player gets to change their layout and try again, encouraging experimentation and puzzle-solving skills.</a:t>
            </a:r>
          </a:p>
          <a:p>
            <a:endParaRPr lang="en-GB" sz="4213" dirty="0"/>
          </a:p>
        </p:txBody>
      </p:sp>
      <p:sp>
        <p:nvSpPr>
          <p:cNvPr id="2" name="Title 1">
            <a:extLst>
              <a:ext uri="{FF2B5EF4-FFF2-40B4-BE49-F238E27FC236}">
                <a16:creationId xmlns:a16="http://schemas.microsoft.com/office/drawing/2014/main" id="{F40F65B1-A6C8-15D7-1138-A9A6D5BA005F}"/>
              </a:ext>
            </a:extLst>
          </p:cNvPr>
          <p:cNvSpPr>
            <a:spLocks noGrp="1"/>
          </p:cNvSpPr>
          <p:nvPr>
            <p:ph type="title"/>
          </p:nvPr>
        </p:nvSpPr>
        <p:spPr>
          <a:xfrm>
            <a:off x="9913496" y="372686"/>
            <a:ext cx="42284264" cy="3357603"/>
          </a:xfrm>
        </p:spPr>
        <p:txBody>
          <a:bodyPr>
            <a:noAutofit/>
          </a:bodyPr>
          <a:lstStyle/>
          <a:p>
            <a:r>
              <a:rPr lang="en-GB" sz="24500" b="1" dirty="0">
                <a:ln>
                  <a:solidFill>
                    <a:srgbClr val="FFFF00"/>
                  </a:solidFill>
                </a:ln>
                <a:highlight>
                  <a:srgbClr val="808080"/>
                </a:highlight>
              </a:rPr>
              <a:t> Project Mismanagement       .</a:t>
            </a:r>
          </a:p>
        </p:txBody>
      </p:sp>
      <p:sp>
        <p:nvSpPr>
          <p:cNvPr id="6" name="Subtitle 2">
            <a:extLst>
              <a:ext uri="{FF2B5EF4-FFF2-40B4-BE49-F238E27FC236}">
                <a16:creationId xmlns:a16="http://schemas.microsoft.com/office/drawing/2014/main" id="{CE3EF262-B681-7362-72CC-12A24D5871C6}"/>
              </a:ext>
            </a:extLst>
          </p:cNvPr>
          <p:cNvSpPr txBox="1">
            <a:spLocks/>
          </p:cNvSpPr>
          <p:nvPr/>
        </p:nvSpPr>
        <p:spPr>
          <a:xfrm>
            <a:off x="31542433" y="3730289"/>
            <a:ext cx="11365185" cy="2592387"/>
          </a:xfrm>
          <a:prstGeom prst="rect">
            <a:avLst/>
          </a:prstGeom>
        </p:spPr>
        <p:txBody>
          <a:bodyPr vert="horz" lIns="321028" tIns="160514" rIns="321028" bIns="160514"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7200" b="1" dirty="0">
                <a:ln>
                  <a:solidFill>
                    <a:srgbClr val="FFFF00"/>
                  </a:solidFill>
                </a:ln>
                <a:solidFill>
                  <a:schemeClr val="tx1">
                    <a:lumMod val="75000"/>
                    <a:lumOff val="25000"/>
                  </a:schemeClr>
                </a:solidFill>
                <a:highlight>
                  <a:srgbClr val="FFFF00"/>
                </a:highlight>
              </a:rPr>
              <a:t>Workplace chaos, solved through logic (gates)</a:t>
            </a:r>
          </a:p>
        </p:txBody>
      </p:sp>
      <p:sp>
        <p:nvSpPr>
          <p:cNvPr id="26" name="TextBox 25">
            <a:extLst>
              <a:ext uri="{FF2B5EF4-FFF2-40B4-BE49-F238E27FC236}">
                <a16:creationId xmlns:a16="http://schemas.microsoft.com/office/drawing/2014/main" id="{EFB05123-D5D1-1B57-37CC-1CBBCECDDF43}"/>
              </a:ext>
            </a:extLst>
          </p:cNvPr>
          <p:cNvSpPr txBox="1"/>
          <p:nvPr/>
        </p:nvSpPr>
        <p:spPr>
          <a:xfrm>
            <a:off x="26526636" y="5980863"/>
            <a:ext cx="4786456" cy="7655942"/>
          </a:xfrm>
          <a:prstGeom prst="rect">
            <a:avLst/>
          </a:prstGeom>
          <a:noFill/>
        </p:spPr>
        <p:txBody>
          <a:bodyPr wrap="square">
            <a:spAutoFit/>
          </a:bodyPr>
          <a:lstStyle/>
          <a:p>
            <a:pPr algn="r"/>
            <a:r>
              <a:rPr lang="en-GB" sz="4915" dirty="0"/>
              <a:t>Implemented gate types:</a:t>
            </a:r>
          </a:p>
          <a:p>
            <a:endParaRPr lang="en-GB" sz="4915" dirty="0"/>
          </a:p>
          <a:p>
            <a:r>
              <a:rPr lang="en-US" sz="4915" b="1" dirty="0">
                <a:solidFill>
                  <a:schemeClr val="bg2">
                    <a:lumMod val="90000"/>
                  </a:schemeClr>
                </a:solidFill>
              </a:rPr>
              <a:t>AND</a:t>
            </a:r>
          </a:p>
          <a:p>
            <a:r>
              <a:rPr lang="en-US" sz="4915" b="1" dirty="0">
                <a:solidFill>
                  <a:schemeClr val="bg2">
                    <a:lumMod val="90000"/>
                  </a:schemeClr>
                </a:solidFill>
              </a:rPr>
              <a:t>NOT</a:t>
            </a:r>
          </a:p>
          <a:p>
            <a:r>
              <a:rPr lang="en-US" sz="4915" b="1" dirty="0">
                <a:solidFill>
                  <a:schemeClr val="bg2">
                    <a:lumMod val="90000"/>
                  </a:schemeClr>
                </a:solidFill>
              </a:rPr>
              <a:t>OR</a:t>
            </a:r>
          </a:p>
          <a:p>
            <a:r>
              <a:rPr lang="en-US" sz="4915" b="1" dirty="0">
                <a:solidFill>
                  <a:schemeClr val="bg2">
                    <a:lumMod val="90000"/>
                  </a:schemeClr>
                </a:solidFill>
              </a:rPr>
              <a:t>NAND</a:t>
            </a:r>
          </a:p>
          <a:p>
            <a:r>
              <a:rPr lang="en-US" sz="4915" b="1" dirty="0">
                <a:solidFill>
                  <a:schemeClr val="bg2">
                    <a:lumMod val="90000"/>
                  </a:schemeClr>
                </a:solidFill>
              </a:rPr>
              <a:t>NOR</a:t>
            </a:r>
          </a:p>
          <a:p>
            <a:r>
              <a:rPr lang="en-US" sz="4915" b="1" dirty="0">
                <a:solidFill>
                  <a:schemeClr val="bg2">
                    <a:lumMod val="90000"/>
                  </a:schemeClr>
                </a:solidFill>
              </a:rPr>
              <a:t>XOR</a:t>
            </a:r>
          </a:p>
          <a:p>
            <a:r>
              <a:rPr lang="en-US" sz="4915" b="1" dirty="0">
                <a:solidFill>
                  <a:schemeClr val="bg2">
                    <a:lumMod val="90000"/>
                  </a:schemeClr>
                </a:solidFill>
              </a:rPr>
              <a:t>XNOR</a:t>
            </a:r>
            <a:endParaRPr lang="en-GB" sz="4915" b="1" dirty="0">
              <a:solidFill>
                <a:schemeClr val="bg2">
                  <a:lumMod val="90000"/>
                </a:schemeClr>
              </a:solidFill>
            </a:endParaRPr>
          </a:p>
        </p:txBody>
      </p:sp>
      <p:sp>
        <p:nvSpPr>
          <p:cNvPr id="27" name="Rectangle 26">
            <a:extLst>
              <a:ext uri="{FF2B5EF4-FFF2-40B4-BE49-F238E27FC236}">
                <a16:creationId xmlns:a16="http://schemas.microsoft.com/office/drawing/2014/main" id="{6B3673BB-7244-19BD-8169-EC0AC683D8E4}"/>
              </a:ext>
            </a:extLst>
          </p:cNvPr>
          <p:cNvSpPr/>
          <p:nvPr/>
        </p:nvSpPr>
        <p:spPr>
          <a:xfrm>
            <a:off x="32908946" y="12393481"/>
            <a:ext cx="9362273" cy="13356624"/>
          </a:xfrm>
          <a:prstGeom prst="rect">
            <a:avLst/>
          </a:prstGeom>
          <a:solidFill>
            <a:srgbClr val="F5F3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228"/>
          </a:p>
        </p:txBody>
      </p:sp>
      <p:sp>
        <p:nvSpPr>
          <p:cNvPr id="28" name="TextBox 27">
            <a:extLst>
              <a:ext uri="{FF2B5EF4-FFF2-40B4-BE49-F238E27FC236}">
                <a16:creationId xmlns:a16="http://schemas.microsoft.com/office/drawing/2014/main" id="{A87C490F-CFEA-2E68-145D-1253B7D4D26B}"/>
              </a:ext>
            </a:extLst>
          </p:cNvPr>
          <p:cNvSpPr txBox="1"/>
          <p:nvPr/>
        </p:nvSpPr>
        <p:spPr>
          <a:xfrm>
            <a:off x="32838024" y="12104638"/>
            <a:ext cx="9362273" cy="13274788"/>
          </a:xfrm>
          <a:prstGeom prst="rect">
            <a:avLst/>
          </a:prstGeom>
          <a:noFill/>
        </p:spPr>
        <p:txBody>
          <a:bodyPr wrap="square" rtlCol="0">
            <a:spAutoFit/>
          </a:bodyPr>
          <a:lstStyle/>
          <a:p>
            <a:pPr algn="ctr"/>
            <a:r>
              <a:rPr lang="en-GB" sz="4915" dirty="0"/>
              <a:t>For now…</a:t>
            </a:r>
          </a:p>
          <a:p>
            <a:pPr algn="ctr"/>
            <a:endParaRPr lang="en-GB" sz="4915" dirty="0"/>
          </a:p>
          <a:p>
            <a:r>
              <a:rPr lang="en-GB" sz="4213" dirty="0"/>
              <a:t>You’ve completed the puzzle, fixed the latest office problem, you should enjoy the moment!</a:t>
            </a:r>
          </a:p>
          <a:p>
            <a:r>
              <a:rPr lang="en-GB" sz="4213" dirty="0"/>
              <a:t>At least until Rory turns up with the next disaster for you to fix!</a:t>
            </a:r>
          </a:p>
          <a:p>
            <a:r>
              <a:rPr lang="en-GB" sz="4213" dirty="0"/>
              <a:t>At least now you are prepared to tackle much more complex problems with your new skills.</a:t>
            </a:r>
          </a:p>
          <a:p>
            <a:endParaRPr lang="en-GB" sz="4213" dirty="0"/>
          </a:p>
          <a:p>
            <a:endParaRPr lang="en-GB" sz="4213" dirty="0"/>
          </a:p>
          <a:p>
            <a:r>
              <a:rPr lang="en-GB" sz="4213" dirty="0"/>
              <a:t>Future development:</a:t>
            </a:r>
          </a:p>
          <a:p>
            <a:r>
              <a:rPr lang="en-GB" sz="4213" dirty="0"/>
              <a:t>The current prototype focuses on introducing logic concepts through structured puzzle levels. Future development would expand on this into advanced, multi-stage circuits, larger puzzles and increasingly complex combinations of logic components.</a:t>
            </a:r>
          </a:p>
        </p:txBody>
      </p:sp>
    </p:spTree>
    <p:extLst>
      <p:ext uri="{BB962C8B-B14F-4D97-AF65-F5344CB8AC3E}">
        <p14:creationId xmlns:p14="http://schemas.microsoft.com/office/powerpoint/2010/main" val="41848392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388</TotalTime>
  <Words>335</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 Project Mismanagement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Oliver Cole</dc:creator>
  <cp:lastModifiedBy>Oliver Cole</cp:lastModifiedBy>
  <cp:revision>17</cp:revision>
  <dcterms:created xsi:type="dcterms:W3CDTF">2026-03-16T01:11:44Z</dcterms:created>
  <dcterms:modified xsi:type="dcterms:W3CDTF">2026-04-20T23:59:49Z</dcterms:modified>
</cp:coreProperties>
</file>